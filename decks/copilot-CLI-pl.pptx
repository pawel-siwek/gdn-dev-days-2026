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omments/modernComment_7FFFFFFA_84C679CB.xml" ContentType="application/vnd.ms-powerpoint.comments+xml"/>
  <Override PartName="/ppt/notesSlides/notesSlide16.xml" ContentType="application/vnd.openxmlformats-officedocument.presentationml.notesSlide+xml"/>
  <Override PartName="/ppt/comments/modernComment_7FFFFFFB_9BD2F2ED.xml" ContentType="application/vnd.ms-powerpoint.comment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</p:sldMasterIdLst>
  <p:notesMasterIdLst>
    <p:notesMasterId r:id="rId25"/>
  </p:notesMasterIdLst>
  <p:handoutMasterIdLst>
    <p:handoutMasterId r:id="rId26"/>
  </p:handoutMasterIdLst>
  <p:sldIdLst>
    <p:sldId id="2147483630" r:id="rId2"/>
    <p:sldId id="258" r:id="rId3"/>
    <p:sldId id="760" r:id="rId4"/>
    <p:sldId id="256" r:id="rId5"/>
    <p:sldId id="682" r:id="rId6"/>
    <p:sldId id="572" r:id="rId7"/>
    <p:sldId id="2147483633" r:id="rId8"/>
    <p:sldId id="732" r:id="rId9"/>
    <p:sldId id="2147483644" r:id="rId10"/>
    <p:sldId id="2147483638" r:id="rId11"/>
    <p:sldId id="2147483639" r:id="rId12"/>
    <p:sldId id="2147483626" r:id="rId13"/>
    <p:sldId id="2147483640" r:id="rId14"/>
    <p:sldId id="2147483641" r:id="rId15"/>
    <p:sldId id="2147483642" r:id="rId16"/>
    <p:sldId id="2147483643" r:id="rId17"/>
    <p:sldId id="2147470923" r:id="rId18"/>
    <p:sldId id="2147470932" r:id="rId19"/>
    <p:sldId id="2147470914" r:id="rId20"/>
    <p:sldId id="2147470925" r:id="rId21"/>
    <p:sldId id="2147483646" r:id="rId22"/>
    <p:sldId id="2147483647" r:id="rId23"/>
    <p:sldId id="60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ides" id="{385D34A4-7E3C-4778-8092-DA3D4E465E55}">
          <p14:sldIdLst/>
        </p14:section>
        <p14:section name="CLI" id="{0664FFC0-5C97-4B28-BDFD-C07AFD1F212C}">
          <p14:sldIdLst>
            <p14:sldId id="2147483630"/>
            <p14:sldId id="258"/>
            <p14:sldId id="760"/>
            <p14:sldId id="256"/>
            <p14:sldId id="682"/>
            <p14:sldId id="572"/>
            <p14:sldId id="2147483633"/>
            <p14:sldId id="732"/>
            <p14:sldId id="2147483644"/>
            <p14:sldId id="2147483638"/>
            <p14:sldId id="2147483639"/>
            <p14:sldId id="2147483626"/>
            <p14:sldId id="2147483640"/>
            <p14:sldId id="2147483641"/>
            <p14:sldId id="2147483642"/>
            <p14:sldId id="2147483643"/>
            <p14:sldId id="2147470923"/>
            <p14:sldId id="2147470932"/>
            <p14:sldId id="2147470914"/>
            <p14:sldId id="2147470925"/>
            <p14:sldId id="2147483646"/>
            <p14:sldId id="2147483647"/>
          </p14:sldIdLst>
        </p14:section>
        <p14:section name="Thank you" id="{08508A40-E246-4DD9-B36F-C59E0B83A954}">
          <p14:sldIdLst>
            <p14:sldId id="6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11AF"/>
    <a:srgbClr val="010101"/>
    <a:srgbClr val="259FF0"/>
    <a:srgbClr val="7A3ACF"/>
    <a:srgbClr val="000000"/>
    <a:srgbClr val="080922"/>
    <a:srgbClr val="6C36CB"/>
    <a:srgbClr val="8BF1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E72D5E-D22A-9B20-C209-E807CEE9E7BC}" v="1" dt="2026-07-30T21:24:27.306"/>
    <p1510:client id="{B573B5F3-6553-4A5C-9F27-243F34267006}" v="51" dt="2026-07-30T16:09:25.731"/>
    <p1510:client id="{DCCBEED9-B579-9980-BC97-C1C599FE9A03}" v="11" dt="2026-07-30T16:06:37.424"/>
    <p1510:client id="{DEEB09F4-D887-4506-9826-FD0BA3D03AD2}" v="2081" dt="2026-07-29T23:02: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602" y="8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modernComment_7FFFFFFA_84C679C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22A7E4A-0BF1-4D9A-85F9-2A8BD0A4D4E2}" authorId="{00000000-0000-0000-0000-000000000000}" status="resolved" created="2026-07-20T19:42:12.570">
    <pc:sldMkLst xmlns:pc="http://schemas.microsoft.com/office/powerpoint/2013/main/command">
      <pc:docMk/>
      <pc:sldMk cId="3973287292" sldId="761"/>
    </pc:sldMkLst>
    <p188:txBody>
      <a:bodyPr/>
      <a:lstStyle/>
      <a:p>
        <a:r>
          <a:rPr lang="en-US"/>
          <a:t>New images ❤️ [Mention was removed] 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/>
        </p228:taskDetails>
      </p:ext>
    </p188:extLst>
  </p188:cm>
</p188:cmLst>
</file>

<file path=ppt/comments/modernComment_7FFFFFFB_9BD2F2E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55DB038-E0B4-4CAB-B8A3-282E3B9FE42B}" authorId="{00000000-0000-0000-0000-000000000000}" status="resolved" created="2026-07-20T19:42:12.570">
    <pc:sldMkLst xmlns:pc="http://schemas.microsoft.com/office/powerpoint/2013/main/command">
      <pc:docMk/>
      <pc:sldMk cId="3973287292" sldId="761"/>
    </pc:sldMkLst>
    <p188:txBody>
      <a:bodyPr/>
      <a:lstStyle/>
      <a:p>
        <a:r>
          <a:rPr lang="en-US"/>
          <a:t>New images ❤️ [Mention was removed] 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/>
        </p228:taskDetails>
      </p:ext>
    </p188:extLst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78B027-873C-7CE8-EF99-E50AE015D6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BEEC3B-0A93-4D1A-3898-A0EF07120F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79C32B-9090-4D5E-8893-2200DA8B648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80F166-7BE4-1F4E-8B0F-7BFD37A9F0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AFD4D-477B-C4E4-AD08-2131BB8A3F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E32C76-01A7-41D2-BA16-3BEC88438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8674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1B0C1E-A73E-4994-A7F0-AA72833EDF2C}" type="datetimeFigureOut">
              <a:t>26.10.2026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3E318D-D634-447D-804D-1A35DED75EB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643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Dobrze, pogadajmy o terminalu i GitHub Copilot CLI — czyli o Twoim AI-owym towarzyszu w terminalu, który daje Ci całą moc GitHub Copilota wprost w konsoli, i jeszcze dużo więcej.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E318D-D634-447D-804D-1A35DED75EBD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03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Cztery bloki, QR do strony warsztatu.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B7F75-1FBD-F8B2-BC96-69A89AB0F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6DCB6C-61AB-50D2-B422-3EEF8EB45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1DD176-7EF7-D9A9-0B60-501B14A6D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sz="16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</a:t>
            </a:r>
            <a:r>
              <a:rPr lang="en-US" sz="16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fali</a:t>
            </a:r>
            <a:r>
              <a:rPr lang="en-US" sz="16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6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zmian</a:t>
            </a:r>
            <a:r>
              <a:rPr lang="en-US" sz="16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en-US" sz="16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gdzie</a:t>
            </a:r>
            <a:r>
              <a:rPr lang="en-US" sz="16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6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jesteśmy</a:t>
            </a:r>
            <a:r>
              <a:rPr lang="en-US" sz="16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6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dziś</a:t>
            </a:r>
            <a:endParaRPr lang="en-US" sz="16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Cztery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lata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temu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GenAI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zaczęło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fundamentalnie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zmieniać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wytwarzanie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oprogramowania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. Ta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zmiana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przyszła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w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trzech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falach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— a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dziś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żyjemy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w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momencie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przejścia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, w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którym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agenci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stają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się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pełnoprawnymi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członkami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zespołu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Fala 1 — AI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jechało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na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gapę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i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pomagało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pisać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kod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szybciej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, ale za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kierownicą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siedział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wyłącznie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programista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. </a:t>
            </a:r>
            <a:endParaRPr lang="en-US" sz="1600" kern="1200" dirty="0">
              <a:solidFill>
                <a:schemeClr val="tx1"/>
              </a:solidFill>
              <a:latin typeface="+mn-lt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Fala 2 —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agenci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przeszli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od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asystowania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do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współuczestnictwa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jako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partnerzy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: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planują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budują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i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recenzują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w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całym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cyklu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życia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.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Część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zespołów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wciąż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tylko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macza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stopę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w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wodzie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;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wiele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firm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wdraża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to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już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na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dużą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skalę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Fala 3 —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zespoły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i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agenci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pracują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ramię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w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ramię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, a w centrum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stoi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programista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który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kieruje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pracą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. I w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tę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stronę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świat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idzie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bardzo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b="1" kern="1200" dirty="0" err="1">
                <a:solidFill>
                  <a:schemeClr val="tx1"/>
                </a:solidFill>
                <a:latin typeface="+mn-lt"/>
              </a:rPr>
              <a:t>szybko</a:t>
            </a:r>
            <a:r>
              <a:rPr lang="en-US" sz="1600" b="1" kern="1200" dirty="0">
                <a:solidFill>
                  <a:schemeClr val="tx1"/>
                </a:solidFill>
                <a:latin typeface="+mn-lt"/>
              </a:rPr>
              <a:t>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Dziś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jesteśmy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więc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dokładnie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w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przejściu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z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fali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2 do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fali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3 — pair programmer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staje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się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prawdziwym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partnerem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i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członkiem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zespołu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, a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programista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+mn-lt"/>
              </a:rPr>
              <a:t>zostaje</a:t>
            </a:r>
            <a:r>
              <a:rPr lang="en-US" sz="1600" kern="1200" dirty="0">
                <a:solidFill>
                  <a:schemeClr val="tx1"/>
                </a:solidFill>
                <a:latin typeface="+mn-lt"/>
              </a:rPr>
              <a:t> w centrum.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C02B7-6F9A-AAEE-5DEE-48259F0EB4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C496D6-EDA8-C048-9428-38F401FB1D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3114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Czym jest Copilot: modele, agenci, wszędzie tam gdzie pracujesz.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GitHub Copilot jest dostępny wszędzie tam, gdzie piszesz kod, i dla każdego języka programowania, w którym pracujesz.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3E318D-D634-447D-804D-1A35DED75EB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25666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8E969-ECD5-BDCC-8B3F-7DAC9EC2A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A27CCE-7783-73CE-A943-933A1AEBF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D97A04-76D6-E6AE-1D85-B0D0A37E1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>
                <a:solidFill>
                  <a:schemeClr val="tx1">
                    <a:lumMod val="65000"/>
                  </a:schemeClr>
                </a:solidFill>
              </a:rPr>
              <a:t>Copilot jest tam, gdzie pracujesz.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>
                <a:solidFill>
                  <a:schemeClr val="tx1">
                    <a:lumMod val="65000"/>
                  </a:schemeClr>
                </a:solidFill>
              </a:rPr>
              <a:t>Jeśli trzymasz kod na GitHub.com, integracja jest najgłębsza — ale Copilot działa też wszędzie indziej. Żeby z niego korzystać, w ogóle nie musisz używać GitHuba.</a:t>
            </a:r>
            <a:endParaRPr lang="en-US" sz="1600" b="0">
              <a:solidFill>
                <a:schemeClr val="tx1">
                  <a:lumMod val="65000"/>
                </a:schemeClr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>
                <a:solidFill>
                  <a:schemeClr val="tx1">
                    <a:lumMod val="65000"/>
                  </a:schemeClr>
                </a:solidFill>
              </a:rPr>
              <a:t>Jest głęboko zintegrowany z VS Code, który jest flagowym edytorem dla GitHub Copilota, ale działa też w wielu innych IDE: Visual Studio, JetBrains, Eclipse, Xcode i sporo dalszych. </a:t>
            </a:r>
            <a:endParaRPr lang="en-US" sz="1600" b="0">
              <a:solidFill>
                <a:schemeClr val="tx1">
                  <a:lumMod val="65000"/>
                </a:schemeClr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>
                <a:solidFill>
                  <a:schemeClr val="tx1">
                    <a:lumMod val="65000"/>
                  </a:schemeClr>
                </a:solidFill>
              </a:rPr>
              <a:t>Dorzuć do tego integrację z aplikacją mobilną, GitHub Copilot CLI (nasz dzisiejszy temat), a nawet delegowanie zadań wprost ze Slacka i Teams albo z popularnych narzędzi do zarządzania pracą, takich jak Azure DevOps czy Linear.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39372-AC0F-4842-57EE-BC9FF47974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6C1656-E6D2-D941-BA7D-9511EB89057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30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</a:t>
            </a:r>
            <a:r>
              <a:rPr lang="en-US" dirty="0" err="1"/>
              <a:t>wszystko</a:t>
            </a:r>
            <a:r>
              <a:rPr lang="en-US" dirty="0"/>
              <a:t> </a:t>
            </a:r>
            <a:r>
              <a:rPr lang="en-US" dirty="0" err="1"/>
              <a:t>prowadzi</a:t>
            </a:r>
            <a:r>
              <a:rPr lang="en-US" dirty="0"/>
              <a:t> </a:t>
            </a:r>
            <a:r>
              <a:rPr lang="en-US" dirty="0" err="1"/>
              <a:t>nas</a:t>
            </a:r>
            <a:r>
              <a:rPr lang="en-US" dirty="0"/>
              <a:t> do </a:t>
            </a:r>
            <a:r>
              <a:rPr lang="en-US" dirty="0" err="1"/>
              <a:t>dzisiejszego</a:t>
            </a:r>
            <a:r>
              <a:rPr lang="en-US" dirty="0"/>
              <a:t> </a:t>
            </a:r>
            <a:r>
              <a:rPr lang="en-US" dirty="0" err="1"/>
              <a:t>tematu</a:t>
            </a:r>
            <a:r>
              <a:rPr lang="en-US" dirty="0"/>
              <a:t>: GitHub Copilot CLI, </a:t>
            </a:r>
            <a:r>
              <a:rPr lang="en-US" dirty="0" err="1"/>
              <a:t>czyli</a:t>
            </a:r>
            <a:r>
              <a:rPr lang="en-US" dirty="0"/>
              <a:t> </a:t>
            </a:r>
            <a:r>
              <a:rPr lang="en-US" dirty="0" err="1"/>
              <a:t>interfejsu</a:t>
            </a:r>
            <a:r>
              <a:rPr lang="en-US" dirty="0"/>
              <a:t> </a:t>
            </a:r>
            <a:r>
              <a:rPr lang="en-US" dirty="0" err="1"/>
              <a:t>wiersza</a:t>
            </a:r>
            <a:r>
              <a:rPr lang="en-US" dirty="0"/>
              <a:t> </a:t>
            </a:r>
            <a:r>
              <a:rPr lang="en-US" dirty="0" err="1"/>
              <a:t>poleceń</a:t>
            </a:r>
            <a:r>
              <a:rPr lang="en-US" dirty="0"/>
              <a:t> (CLI) dla GitHub </a:t>
            </a:r>
            <a:r>
              <a:rPr lang="en-US" dirty="0" err="1"/>
              <a:t>Copilota</a:t>
            </a:r>
            <a:r>
              <a:rPr lang="en-US" dirty="0"/>
              <a:t>, </a:t>
            </a:r>
            <a:r>
              <a:rPr lang="en-US" dirty="0" err="1"/>
              <a:t>który</a:t>
            </a:r>
            <a:r>
              <a:rPr lang="en-US" dirty="0"/>
              <a:t> </a:t>
            </a:r>
            <a:r>
              <a:rPr lang="en-US" dirty="0" err="1"/>
              <a:t>pozwala</a:t>
            </a:r>
            <a:r>
              <a:rPr lang="en-US" dirty="0"/>
              <a:t> </a:t>
            </a:r>
            <a:r>
              <a:rPr lang="en-US" dirty="0" err="1"/>
              <a:t>korzystać</a:t>
            </a:r>
            <a:r>
              <a:rPr lang="en-US" dirty="0"/>
              <a:t> z </a:t>
            </a:r>
            <a:r>
              <a:rPr lang="en-US" dirty="0" err="1"/>
              <a:t>Copilota</a:t>
            </a:r>
            <a:r>
              <a:rPr lang="en-US" dirty="0"/>
              <a:t> </a:t>
            </a:r>
            <a:r>
              <a:rPr lang="en-US" dirty="0" err="1"/>
              <a:t>wprost</a:t>
            </a:r>
            <a:r>
              <a:rPr lang="en-US" dirty="0"/>
              <a:t> z </a:t>
            </a:r>
            <a:r>
              <a:rPr lang="en-US" dirty="0" err="1"/>
              <a:t>terminala</a:t>
            </a:r>
            <a:r>
              <a:rPr lang="en-US" dirty="0"/>
              <a:t>.</a:t>
            </a:r>
          </a:p>
          <a:p>
            <a:r>
              <a:rPr lang="en-US" dirty="0" err="1"/>
              <a:t>Uwaga</a:t>
            </a:r>
            <a:r>
              <a:rPr lang="en-US" dirty="0"/>
              <a:t>: GitHub Copilot CLI jest </a:t>
            </a:r>
            <a:r>
              <a:rPr lang="en-US" dirty="0" err="1"/>
              <a:t>dostępny</a:t>
            </a:r>
            <a:r>
              <a:rPr lang="en-US" dirty="0"/>
              <a:t> we </a:t>
            </a:r>
            <a:r>
              <a:rPr lang="en-US" dirty="0" err="1"/>
              <a:t>wszystkich</a:t>
            </a:r>
            <a:r>
              <a:rPr lang="en-US" dirty="0"/>
              <a:t> </a:t>
            </a:r>
            <a:r>
              <a:rPr lang="en-US" dirty="0" err="1"/>
              <a:t>planach</a:t>
            </a:r>
            <a:r>
              <a:rPr lang="en-US" dirty="0"/>
              <a:t> </a:t>
            </a:r>
            <a:r>
              <a:rPr lang="en-US" dirty="0" err="1"/>
              <a:t>Copilota</a:t>
            </a:r>
            <a:r>
              <a:rPr lang="en-US" dirty="0"/>
              <a:t>. </a:t>
            </a:r>
            <a:r>
              <a:rPr lang="en-US" dirty="0" err="1"/>
              <a:t>Jeśli</a:t>
            </a:r>
            <a:r>
              <a:rPr lang="en-US" dirty="0"/>
              <a:t> </a:t>
            </a:r>
            <a:r>
              <a:rPr lang="en-US" dirty="0" err="1"/>
              <a:t>dostajesz</a:t>
            </a:r>
            <a:r>
              <a:rPr lang="en-US" dirty="0"/>
              <a:t> </a:t>
            </a:r>
            <a:r>
              <a:rPr lang="en-US" dirty="0" err="1"/>
              <a:t>Copilota</a:t>
            </a:r>
            <a:r>
              <a:rPr lang="en-US" dirty="0"/>
              <a:t> od </a:t>
            </a:r>
            <a:r>
              <a:rPr lang="en-US" dirty="0" err="1"/>
              <a:t>organizacji</a:t>
            </a:r>
            <a:r>
              <a:rPr lang="en-US" dirty="0"/>
              <a:t>, </a:t>
            </a:r>
            <a:r>
              <a:rPr lang="en-US" dirty="0" err="1"/>
              <a:t>polityka</a:t>
            </a:r>
            <a:r>
              <a:rPr lang="en-US" dirty="0"/>
              <a:t> Copilot CLI </a:t>
            </a:r>
            <a:r>
              <a:rPr lang="en-US" dirty="0" err="1"/>
              <a:t>musi</a:t>
            </a:r>
            <a:r>
              <a:rPr lang="en-US" dirty="0"/>
              <a:t> </a:t>
            </a:r>
            <a:r>
              <a:rPr lang="en-US" dirty="0" err="1"/>
              <a:t>być</a:t>
            </a:r>
            <a:r>
              <a:rPr lang="en-US" dirty="0"/>
              <a:t> </a:t>
            </a:r>
            <a:r>
              <a:rPr lang="en-US" dirty="0" err="1"/>
              <a:t>włączona</a:t>
            </a:r>
            <a:r>
              <a:rPr lang="en-US" dirty="0"/>
              <a:t> w </a:t>
            </a:r>
            <a:r>
              <a:rPr lang="en-US" dirty="0" err="1"/>
              <a:t>jej</a:t>
            </a:r>
            <a:r>
              <a:rPr lang="en-US" dirty="0"/>
              <a:t> </a:t>
            </a:r>
            <a:r>
              <a:rPr lang="en-US" dirty="0" err="1"/>
              <a:t>ustawieniach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C53A8-59A0-4A49-BAB4-A832A26A8EF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03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Jak można się domyślać, GitHub Copilot CLI jest wypchany możliwościami: oczywiście tryb interaktywny, ale też automatyzacja bez interfejsu, generowanie i modyfikowanie kodu, uruchamianie narzędzi oraz skryptów i komend powłoki. Rozumie całe Twoje repozytorium i ma kontekst z wielu plików, są hooki cyklu życia, wiele trybów na różne sytuacje, a do tego oczywiście integracja ze skillami i serwerami MCP.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6C1656-E6D2-D941-BA7D-9511EB8905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2743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73861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Rzeczą, z której będziesz korzystać w CLI nieustannie, są komendy slash — na przykład przełączenie agenta albo modelu, wejście i wyjście z trybu plan czy agenta review, wczytanie skilli albo zrobienie diffa. To tylko wycinek; nowe dochodzą cały czas, pod kolejne scenariusze pracy w CLI.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Wejdźmy głębiej w rzeczy, których będziesz używać codziennie.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E318D-D634-447D-804D-1A35DED75EB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6071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FE74D-5AE7-D571-4E78-995105F8C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3BC2F-C3AB-C98E-EF49-4574655AD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B2A03-4D67-1E38-5B0E-0586557C8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 wejściu do GitHub Copilota wylądujesz w trybie interaktywnym, który pozwala pracować ramię w ramię z agentem i iterować. Kiedy trzeba wprowadzić zmiany albo wywołać narzędzie — na przykład pobrać informacje z sieci lub z GitHuba — agent poprosi Cię o zgodę, a potem będzie kontynuował pracę i wprowadzał zmiany. Są jednak także inne wbudowane tryby: Plan i Autopilot. Plan pozwala pracować z zespołem agentów nad doprecyzowaniem pytań o zakres pracy, zanim dojdzie do implementacji. Shift+Tab przełącza między trybami, a /plan przechodzi do pracy nad zarysem zadania. * Użyj /plan, żeby stworzyć strategię wdrożenia przed napisaniem kodu. </a:t>
            </a:r>
            <a:br>
              <a:rPr lang="en-US" sz="1200" b="0" i="0" kern="1200">
                <a:effectLst/>
                <a:cs typeface="+mn-lt"/>
              </a:rPr>
            </a:br>
            <a:br>
              <a:rPr lang="en-US" sz="1200" b="0" i="0" kern="1200">
                <a:effectLst/>
                <a:cs typeface="+mn-lt"/>
              </a:rPr>
            </a:br>
            <a:br>
              <a:rPr lang="en-US" sz="1200" b="0" i="0" kern="1200">
                <a:effectLst/>
                <a:cs typeface="+mn-lt"/>
              </a:rPr>
            </a:br>
            <a:br>
              <a:rPr lang="en-US" sz="1200" b="0" i="0" kern="1200">
                <a:effectLst/>
                <a:cs typeface="+mn-lt"/>
              </a:rPr>
            </a:br>
            <a:endParaRPr lang="en-US" sz="1200" b="0" i="0" kern="1200">
              <a:effectLst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Pozwól Copilotowi przeanalizować wymagania, zależności i możliwe podejścia.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Użyj /model, żeby porównać podejścia i możliwości modeli.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Przełącz się w autopilot, kiedy będziesz gotowy, żeby Copilot wykonał pracę z mniejszą liczbą ręcznych interakcji. 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Programista definiuje cel, a Copilot pomaga zaplanować i przeprowadzić implementację.</a:t>
            </a:r>
          </a:p>
          <a:p>
            <a:pPr marL="285750" indent="-285750">
              <a:buFont typeface="Arial"/>
              <a:buChar char="•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Kiedy zechcesz, wrócisz do trybu interaktywnego przez Shift+Tab albo przejdziesz w autopilot, gdy Copilot ma pociągnąć zadanie dalej bez zatwierdzania każdego kroku.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br>
              <a:rPr lang="en-US">
                <a:cs typeface="+mn-lt"/>
              </a:rPr>
            </a:br>
            <a:endParaRPr lang="en-US" sz="1200" b="0" i="0" kern="1200">
              <a:solidFill>
                <a:schemeClr val="tx1"/>
              </a:solidFill>
              <a:effectLst/>
              <a:latin typeface="+mn-lt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643B8-E7CE-B625-ED69-E5857360A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C53A8-59A0-4A49-BAB4-A832A26A8EF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0435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104C4-80ED-FBF7-3FA9-ACDFB3AA8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CCB5DC-CB7A-6EE0-0344-7EF2EB27B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0559DC-F1D9-8692-31C5-6D022A3AE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Znamy już tryby, więc pogadajmy o kształtowaniu tego, jak agent pracuje. Standardy branżowe — AGENTS.md i własne instrukcje — pozwalają zdefiniować dobre praktyki i konwencje kodowania, których agent użyje przy każdym zapytaniu. Agent Skills służą do zdefiniowania własnych instrukcji i dostępu do narzędzi, wywoływanych na żądanie do konkretnej pracy, na przykład projektowania frontendu albo dostępności. Dzięki temu zachowanie pozostaje spójne między modelami, sesjami i zadaniami delegowanymi.</a:t>
            </a:r>
            <a:br>
              <a:rPr lang="en-US" sz="1200" b="0" i="0" kern="1200">
                <a:effectLst/>
                <a:cs typeface="+mn-lt"/>
              </a:rPr>
            </a:br>
            <a:br>
              <a:rPr lang="en-US" sz="1200" b="0" i="0" kern="1200">
                <a:effectLst/>
                <a:cs typeface="+mn-lt"/>
              </a:rPr>
            </a:br>
            <a:br>
              <a:rPr lang="en-US" sz="1200" b="0" i="0" kern="1200">
                <a:effectLst/>
                <a:cs typeface="+mn-lt"/>
              </a:rPr>
            </a:br>
            <a:br>
              <a:rPr lang="en-US" sz="1200" b="0" i="0" kern="1200">
                <a:effectLst/>
                <a:cs typeface="+mn-lt"/>
              </a:rPr>
            </a:br>
            <a:endParaRPr lang="en-US" sz="1200" b="0" i="0" kern="1200">
              <a:effectLst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0" indent="0">
              <a:buFont typeface="Arial"/>
              <a:buNone/>
            </a:pPr>
            <a:r>
              <a:rPr lang="en-US"/>
              <a:t>Dodatkowo możesz tworzyć wyspecjalizowanych agentów do eksploracji, code review, wykonywania zadań albo złożonego rozumowania. 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Oznacza to, że możesz budować własnych agentów dopasowanych do procesów, standardów i sposobu pracy Twojego zespołu.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866BE-9AB1-0802-F0EC-B6B4F3B60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C53A8-59A0-4A49-BAB4-A832A26A8EF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545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Dzięki natywnej integracji z GitHubem Copilot potrafi przeszukiwać zgłoszenia, analizować etykiety i aktywność oraz streszczać zakres pracy — więc przechodzisz z backlogu do implementacji bez polowania na kontekst.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Dostęp do zgłoszeń GitHuba i kontekstu projektu wprost z terminala.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Przejście z backlogu do implementacji bez przeskakiwania między GitHubem, przeglądarką i IDE.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Zostajesz w rytmie pracy, bo kontekst zgłoszenia trafia wprost do środowiska kodowania.</a:t>
            </a:r>
          </a:p>
          <a:p>
            <a:pPr marL="171450" indent="-171450">
              <a:buFont typeface="Arial"/>
              <a:buChar char="•"/>
            </a:pPr>
            <a:endParaRPr lang="en-US"/>
          </a:p>
          <a:p>
            <a:r>
              <a:rPr lang="en-US"/>
              <a:t>Napędza to wbudowany serwer GitHub MCP (Model Context Protocol), ale Copilota zawsze możesz rozszerzyć własnymi serwerami MCP — Azure, Supabase, Microsoft Learn i innymi — żeby dorzucić kolejne narzędzia do swojej skrzynki.  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/>
              <a:t>Żeby wygodniej przeglądać sesje, gisty, zgłoszenia i PR-y, korzystaj z zakładek na górze ekranu. Tab przełącza między nimi. Podświetl zgłoszenie albo pull requesta i naciśnij c, żeby wrzucić odwołanie do niego w swój prompt, a potem poproś Copilota, żeby je zbadał, naprawił, skomentował albo zrecenzował. Klawisz o otwiera podświetloną pozycję na GitHubie w przeglądarce, a / na zakładce Issues albo Pull requests pozwala przeszukać GitHuba własnym zapytaniem.</a:t>
            </a:r>
            <a:endParaRPr lang="en-US">
              <a:solidFill>
                <a:srgbClr val="444444"/>
              </a:solidFill>
            </a:endParaRPr>
          </a:p>
          <a:p>
            <a:endParaRPr lang="en-US">
              <a:solidFill>
                <a:srgbClr val="444444"/>
              </a:solidFill>
            </a:endParaRPr>
          </a:p>
          <a:p>
            <a:r>
              <a:rPr lang="en-US"/>
              <a:t>Zakładkę możesz też kliknąć myszą. W ustawieniach da się zmienić ich kolejność, ukryć je albo całkiem wyłączyć pasek zakładek.</a:t>
            </a:r>
            <a:endParaRPr lang="en-US">
              <a:solidFill>
                <a:srgbClr val="444444"/>
              </a:solidFill>
            </a:endParaRPr>
          </a:p>
          <a:p>
            <a:endParaRPr lang="en-US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C53A8-59A0-4A49-BAB4-A832A26A8EF5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CD8CF-657C-221F-0378-EFE6AFC45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4041E9-C7D2-2A72-40C6-DC6DA81613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E95D2D-34D7-5DCF-B2FB-F61629DC8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Chcesz, żeby praca wykonała się zdalnie, w chmurze? Integracja z agentem GitHub Copilota w chmurze przez /delegate załatwia sprawę. 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Deleguj pracę inżynierską w dowolnym momencie wprost do agenta Copilota w chmurze. 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Copilot potrafi utworzyć gałąź, wprowadzić zmiany i otworzyć za Ciebie szkic pull requesta w chmurze.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Pracujesz dalej, a agent w tle kończy swoje zadania. </a:t>
            </a:r>
          </a:p>
          <a:p>
            <a:pPr marL="0" indent="0">
              <a:buFont typeface="Arial"/>
              <a:buNone/>
            </a:pPr>
            <a:endParaRPr lang="en-US">
              <a:ea typeface="Calibri"/>
              <a:cs typeface="Calibri"/>
            </a:endParaRPr>
          </a:p>
          <a:p>
            <a:pPr marL="0" indent="0">
              <a:buFont typeface="Arial"/>
              <a:buNone/>
            </a:pPr>
            <a:r>
              <a:rPr lang="en-US">
                <a:ea typeface="Calibri"/>
                <a:cs typeface="Calibri"/>
              </a:rPr>
              <a:t>W każdej chwili możesz użyć /diff i przeglądu PR-a, żeby obejrzeć i zweryfikować wygenerowane zmiany. </a:t>
            </a:r>
          </a:p>
          <a:p>
            <a:pPr marL="0" indent="0">
              <a:buFont typeface="Arial"/>
              <a:buNone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59096-03C2-BA8A-DB48-B4CD81D1A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C53A8-59A0-4A49-BAB4-A832A26A8EF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680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D3B92-2343-A405-08ED-C87F5B6CE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2F9F1-CD10-E2C6-83A4-E0DB854DBD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7576AB-FF49-29B7-469A-4180C1E71A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Potrzebujesz dostępu do CLI i swojej maszyny z DOWOLNEGO miejsca na świecie? /remote załatwia sprawę.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Zacznij w terminalu, a potem obserwuj, steruj i merguj z GitHub.com albo z telefonu.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Uruchom sesję Copilot CLI na swojej stacji roboczej i obserwuj ją z dowolnego miejsca. 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Użyj /remote, żeby dostać się do działającej sesji i nią sterować z GitHub.com albo GitHub Mobile.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Przeglądaj wyniki, odpowiadaj na pytania i zatwierdzaj uprawnienia zdalnie.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Idealne do długo trwających zadań, kiedy jesteś poza swoim komputerem.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Praca toczy się dalej na maszynie źródłowej, a Ty wchodzisz z nią w interakcję przez interfejs zdalnego sterowania. 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AD662-53CF-6C6B-C8B2-B5BFD6C6E5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C53A8-59A0-4A49-BAB4-A832A26A8EF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2072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CLI ma też potężną świadomość kontekstu — działa tu koncepcja infinite sessions, co oznacza, że w praktyce nigdy nie musisz się o kontekst martwić, bo jest zarządzany automatycznie. W dowolnym momencie możesz wpisać /context, żeby zobaczyć bieżący kontekst i jego stan, albo /compact, żeby automatycznie skompaktować i podsumować obecny kontekst — choć dzięki infinite sessions dzieje się to i tak samo.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E318D-D634-447D-804D-1A35DED75EB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293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43190-91E5-C1A6-DA16-B4D6E2C33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1D76E8-1CF2-0F0B-2377-744BCC2A3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DA5872-E7B6-6042-D073-7C9F4B5C2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Copilot CLI daje Ci też swobodę w wyborze modelu AI napędzającego sesję. Komendą /model przejrzysz i wybierzesz modele od Microsoftu, Anthropic, OpenAI, Google, Moonshot AI i innych dostawców. Jeśli masz preferowanego dostawcę albo model, możesz też podłączyć własny klucz. A /rubber-duck to wygodny sposób na świeżą, drugą opinię: uruchamia code review innym modelem AI, zamiast prosić ten sam model o ocenę własnej pracy.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Uwaga: różne subskrypcje Copilota dają dostęp do różnych modeli.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097C8-F0EC-BDD9-E2A6-61F758228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E318D-D634-447D-804D-1A35DED75EB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8844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Możesz też wskazywać konkretne pliki z kodem, nad którymi chcesz pracować, wprost w danym prompcie. Da się nawet podać obrazy — przeciągnij je albo wklej bezpośrednio do CLI, a Copilot użyje vision API, żeby zrozumieć obraz. Pliki oczywiście czyta bezpośrednio. To wygodny sposób naprowadzenia agenta na to, co ma zrobić.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E318D-D634-447D-804D-1A35DED75EB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5548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Ostatnia rzecz, o której chcę powiedzieć: możesz prowadzić wiele sesji Copilota równolegle, wszystkie jednocześnie. Możesz mieć wiele podzielonych kart, wiele otwartych terminali, agentów działających w tle w VS Code — interaktywnie albo w tle — a także w dowolnym innym IDE. Wszystko to da się uruchomić w tym samym czasie na wielu repozytoriach. I to dopiero zaledwie wierzchołek możliwości CLI.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E318D-D634-447D-804D-1A35DED75EB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736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Copilot CLI jest dostępny na Windowsie, macOS i Linuksie. Zainstalujesz go popularnymi narzędziami, takimi jak winget czy Homebrew, a oczywiście także przez npm. Po instalacji CLI aktualizuje się automatycznie, ale możesz też uruchomić copilot update i sprawdzić aktualizacje ręcznie.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E318D-D634-447D-804D-1A35DED75EB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774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Zobaczmy to teraz w akcji.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E318D-D634-447D-804D-1A35DED75EB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253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11FE1-3588-0118-F241-6A5060C93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997F53-07FF-31C3-EFD9-29C2230EB4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76AD59-87E5-7B22-062B-BF1218848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Zachęć uczestników do podzielenia się opinią o wydarzeniu.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19E9E-8C40-3D12-C5EA-0EB4BEE4F6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E318D-D634-447D-804D-1A35DED75EB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9728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Dobrze, otwieramy część na pytania.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E318D-D634-447D-804D-1A35DED75EB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424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nal/Town Halls_Blan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6162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Splash page - event log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7">
            <a:extLst>
              <a:ext uri="{FF2B5EF4-FFF2-40B4-BE49-F238E27FC236}">
                <a16:creationId xmlns:a16="http://schemas.microsoft.com/office/drawing/2014/main" id="{1FFF5AE7-693A-1EA1-448A-851073E1E86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887157"/>
            <a:ext cx="5263744" cy="5083685"/>
          </a:xfrm>
          <a:prstGeom prst="roundRect">
            <a:avLst>
              <a:gd name="adj" fmla="val 2850"/>
            </a:avLst>
          </a:prstGeom>
          <a:noFill/>
          <a:ln>
            <a:solidFill>
              <a:schemeClr val="tx2"/>
            </a:solidFill>
          </a:ln>
          <a:effectLst>
            <a:outerShdw blurRad="226684" dist="365489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1800">
                <a:latin typeface="Aptos" pitchFamily="2" charset="77"/>
              </a:defRPr>
            </a:lvl1pPr>
          </a:lstStyle>
          <a:p>
            <a:r>
              <a:rPr lang="en-US"/>
              <a:t>Click to add an image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CB63979A-A17F-E938-C84A-1AB2E69FC6A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8765" y="4406716"/>
            <a:ext cx="4435909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9C4B9E08-03E4-3991-C992-D35CCFCE104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8767" y="1573760"/>
            <a:ext cx="4435906" cy="2685089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3600" b="1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that should be 10 words or less</a:t>
            </a:r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37D3A4FC-8E41-6E24-0959-8E3974B113A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8765" y="887157"/>
            <a:ext cx="443590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Consolas" panose="02000009000000000000" pitchFamily="49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600476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urity_Roadmap slide_1 fea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79C7943A-B90A-54C3-B112-3171A8FDB2F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88062" y="0"/>
            <a:ext cx="6103938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5FBBC732-E702-3E6F-497C-7F29694D13F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678" y="4899085"/>
            <a:ext cx="5329526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36049FF2-2512-15EC-0BC5-02E04BA2768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0678" y="394788"/>
            <a:ext cx="532952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rgbClr val="B6BFB8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Beta / Coming soon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70DE6B89-9C84-0073-FFF4-317627227D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678" y="1078522"/>
            <a:ext cx="5329526" cy="286043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The name of the new feature/tool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F09B9F-3FE4-6399-1385-FFD635ADD1DA}"/>
              </a:ext>
            </a:extLst>
          </p:cNvPr>
          <p:cNvSpPr/>
          <p:nvPr/>
        </p:nvSpPr>
        <p:spPr>
          <a:xfrm>
            <a:off x="6049660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17D17F9-863A-DEA9-AD9D-B5963C46FDA4}"/>
              </a:ext>
            </a:extLst>
          </p:cNvPr>
          <p:cNvSpPr/>
          <p:nvPr/>
        </p:nvSpPr>
        <p:spPr>
          <a:xfrm>
            <a:off x="-6317174" y="1078345"/>
            <a:ext cx="2669164" cy="415936"/>
          </a:xfrm>
          <a:prstGeom prst="roundRect">
            <a:avLst>
              <a:gd name="adj" fmla="val 50000"/>
            </a:avLst>
          </a:prstGeom>
          <a:noFill/>
          <a:ln w="12700">
            <a:gradFill flip="none" rotWithShape="1">
              <a:gsLst>
                <a:gs pos="0">
                  <a:srgbClr val="8342FB"/>
                </a:gs>
                <a:gs pos="47000">
                  <a:srgbClr val="3194FF"/>
                </a:gs>
                <a:gs pos="100000">
                  <a:schemeClr val="accent3"/>
                </a:gs>
              </a:gsLst>
              <a:lin ang="189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>
                <a:latin typeface="Aptos" pitchFamily="2" charset="77"/>
              </a:rPr>
              <a:t>       </a:t>
            </a:r>
            <a:r>
              <a:rPr lang="en-US" sz="1600">
                <a:latin typeface="Aptos" pitchFamily="2" charset="77"/>
              </a:rPr>
              <a:t>Copilot feature name</a:t>
            </a:r>
          </a:p>
        </p:txBody>
      </p:sp>
      <p:grpSp>
        <p:nvGrpSpPr>
          <p:cNvPr id="17" name="Google Shape;1693;p69">
            <a:extLst>
              <a:ext uri="{FF2B5EF4-FFF2-40B4-BE49-F238E27FC236}">
                <a16:creationId xmlns:a16="http://schemas.microsoft.com/office/drawing/2014/main" id="{90C9FAD5-5318-45E8-71B2-93F19CCC648E}"/>
              </a:ext>
            </a:extLst>
          </p:cNvPr>
          <p:cNvGrpSpPr/>
          <p:nvPr/>
        </p:nvGrpSpPr>
        <p:grpSpPr>
          <a:xfrm>
            <a:off x="-6166919" y="1201727"/>
            <a:ext cx="192384" cy="160586"/>
            <a:chOff x="690700" y="246575"/>
            <a:chExt cx="6228425" cy="5199000"/>
          </a:xfrm>
        </p:grpSpPr>
        <p:sp>
          <p:nvSpPr>
            <p:cNvPr id="18" name="Google Shape;1694;p69">
              <a:extLst>
                <a:ext uri="{FF2B5EF4-FFF2-40B4-BE49-F238E27FC236}">
                  <a16:creationId xmlns:a16="http://schemas.microsoft.com/office/drawing/2014/main" id="{9181ADA1-486B-A4ED-A80A-733E51A55A58}"/>
                </a:ext>
              </a:extLst>
            </p:cNvPr>
            <p:cNvSpPr/>
            <p:nvPr/>
          </p:nvSpPr>
          <p:spPr>
            <a:xfrm>
              <a:off x="690700" y="246575"/>
              <a:ext cx="6228425" cy="5199000"/>
            </a:xfrm>
            <a:custGeom>
              <a:avLst/>
              <a:gdLst/>
              <a:ahLst/>
              <a:cxnLst/>
              <a:rect l="l" t="t" r="r" b="b"/>
              <a:pathLst>
                <a:path w="249137" h="207960" extrusionOk="0">
                  <a:moveTo>
                    <a:pt x="248256" y="155809"/>
                  </a:moveTo>
                  <a:cubicBezTo>
                    <a:pt x="239350" y="171352"/>
                    <a:pt x="187470" y="207959"/>
                    <a:pt x="124585" y="207959"/>
                  </a:cubicBezTo>
                  <a:cubicBezTo>
                    <a:pt x="61666" y="207959"/>
                    <a:pt x="9787" y="171352"/>
                    <a:pt x="880" y="155809"/>
                  </a:cubicBezTo>
                  <a:cubicBezTo>
                    <a:pt x="203" y="154691"/>
                    <a:pt x="0" y="153404"/>
                    <a:pt x="0" y="152084"/>
                  </a:cubicBezTo>
                  <a:lnTo>
                    <a:pt x="0" y="124451"/>
                  </a:lnTo>
                  <a:cubicBezTo>
                    <a:pt x="0" y="123333"/>
                    <a:pt x="169" y="122182"/>
                    <a:pt x="610" y="121132"/>
                  </a:cubicBezTo>
                  <a:cubicBezTo>
                    <a:pt x="4470" y="111413"/>
                    <a:pt x="14595" y="97326"/>
                    <a:pt x="27633" y="93567"/>
                  </a:cubicBezTo>
                  <a:cubicBezTo>
                    <a:pt x="29360" y="89097"/>
                    <a:pt x="31934" y="82629"/>
                    <a:pt x="34338" y="77820"/>
                  </a:cubicBezTo>
                  <a:cubicBezTo>
                    <a:pt x="33932" y="74163"/>
                    <a:pt x="33796" y="70370"/>
                    <a:pt x="33796" y="66543"/>
                  </a:cubicBezTo>
                  <a:cubicBezTo>
                    <a:pt x="33796" y="52727"/>
                    <a:pt x="36708" y="40637"/>
                    <a:pt x="45513" y="31596"/>
                  </a:cubicBezTo>
                  <a:cubicBezTo>
                    <a:pt x="49644" y="27397"/>
                    <a:pt x="54758" y="24146"/>
                    <a:pt x="60820" y="21741"/>
                  </a:cubicBezTo>
                  <a:cubicBezTo>
                    <a:pt x="75347" y="9923"/>
                    <a:pt x="96004" y="1"/>
                    <a:pt x="124348" y="1"/>
                  </a:cubicBezTo>
                  <a:cubicBezTo>
                    <a:pt x="152692" y="1"/>
                    <a:pt x="173789" y="9923"/>
                    <a:pt x="188317" y="21741"/>
                  </a:cubicBezTo>
                  <a:cubicBezTo>
                    <a:pt x="194379" y="24146"/>
                    <a:pt x="199492" y="27397"/>
                    <a:pt x="203624" y="31596"/>
                  </a:cubicBezTo>
                  <a:cubicBezTo>
                    <a:pt x="212428" y="40637"/>
                    <a:pt x="215374" y="52727"/>
                    <a:pt x="215374" y="66543"/>
                  </a:cubicBezTo>
                  <a:cubicBezTo>
                    <a:pt x="215374" y="70370"/>
                    <a:pt x="215205" y="74163"/>
                    <a:pt x="214833" y="77820"/>
                  </a:cubicBezTo>
                  <a:cubicBezTo>
                    <a:pt x="217203" y="82629"/>
                    <a:pt x="219777" y="89097"/>
                    <a:pt x="221504" y="93567"/>
                  </a:cubicBezTo>
                  <a:cubicBezTo>
                    <a:pt x="234575" y="97326"/>
                    <a:pt x="244667" y="111413"/>
                    <a:pt x="248527" y="121132"/>
                  </a:cubicBezTo>
                  <a:cubicBezTo>
                    <a:pt x="248967" y="122182"/>
                    <a:pt x="249137" y="123333"/>
                    <a:pt x="249137" y="124451"/>
                  </a:cubicBezTo>
                  <a:lnTo>
                    <a:pt x="249137" y="152084"/>
                  </a:lnTo>
                  <a:cubicBezTo>
                    <a:pt x="249137" y="153404"/>
                    <a:pt x="248933" y="154691"/>
                    <a:pt x="248256" y="155809"/>
                  </a:cubicBezTo>
                  <a:close/>
                  <a:moveTo>
                    <a:pt x="133017" y="63191"/>
                  </a:moveTo>
                  <a:cubicBezTo>
                    <a:pt x="132577" y="59770"/>
                    <a:pt x="132374" y="56689"/>
                    <a:pt x="132340" y="53912"/>
                  </a:cubicBezTo>
                  <a:lnTo>
                    <a:pt x="132340" y="53709"/>
                  </a:lnTo>
                  <a:cubicBezTo>
                    <a:pt x="132374" y="45717"/>
                    <a:pt x="134101" y="40536"/>
                    <a:pt x="136912" y="37353"/>
                  </a:cubicBezTo>
                  <a:cubicBezTo>
                    <a:pt x="140434" y="33289"/>
                    <a:pt x="147748" y="30173"/>
                    <a:pt x="163190" y="31867"/>
                  </a:cubicBezTo>
                  <a:cubicBezTo>
                    <a:pt x="178801" y="33526"/>
                    <a:pt x="187538" y="37420"/>
                    <a:pt x="192482" y="42466"/>
                  </a:cubicBezTo>
                  <a:cubicBezTo>
                    <a:pt x="197291" y="47376"/>
                    <a:pt x="199797" y="54725"/>
                    <a:pt x="199797" y="66543"/>
                  </a:cubicBezTo>
                  <a:cubicBezTo>
                    <a:pt x="199797" y="79107"/>
                    <a:pt x="198002" y="86523"/>
                    <a:pt x="194006" y="91061"/>
                  </a:cubicBezTo>
                  <a:cubicBezTo>
                    <a:pt x="190213" y="95328"/>
                    <a:pt x="182763" y="98849"/>
                    <a:pt x="166441" y="98849"/>
                  </a:cubicBezTo>
                  <a:cubicBezTo>
                    <a:pt x="153878" y="98849"/>
                    <a:pt x="146698" y="94752"/>
                    <a:pt x="142127" y="89097"/>
                  </a:cubicBezTo>
                  <a:cubicBezTo>
                    <a:pt x="137183" y="83035"/>
                    <a:pt x="134406" y="74163"/>
                    <a:pt x="133017" y="63191"/>
                  </a:cubicBezTo>
                  <a:close/>
                  <a:moveTo>
                    <a:pt x="116119" y="63191"/>
                  </a:moveTo>
                  <a:cubicBezTo>
                    <a:pt x="116560" y="59770"/>
                    <a:pt x="116797" y="56689"/>
                    <a:pt x="116797" y="53912"/>
                  </a:cubicBezTo>
                  <a:lnTo>
                    <a:pt x="116797" y="53709"/>
                  </a:lnTo>
                  <a:cubicBezTo>
                    <a:pt x="116763" y="45717"/>
                    <a:pt x="115036" y="40536"/>
                    <a:pt x="112259" y="37353"/>
                  </a:cubicBezTo>
                  <a:cubicBezTo>
                    <a:pt x="108703" y="33289"/>
                    <a:pt x="101388" y="30173"/>
                    <a:pt x="85980" y="31867"/>
                  </a:cubicBezTo>
                  <a:cubicBezTo>
                    <a:pt x="70335" y="33526"/>
                    <a:pt x="61598" y="37420"/>
                    <a:pt x="56654" y="42466"/>
                  </a:cubicBezTo>
                  <a:cubicBezTo>
                    <a:pt x="51879" y="47376"/>
                    <a:pt x="49340" y="54725"/>
                    <a:pt x="49340" y="66543"/>
                  </a:cubicBezTo>
                  <a:cubicBezTo>
                    <a:pt x="49340" y="79107"/>
                    <a:pt x="51168" y="86523"/>
                    <a:pt x="55130" y="91061"/>
                  </a:cubicBezTo>
                  <a:cubicBezTo>
                    <a:pt x="58923" y="95328"/>
                    <a:pt x="66373" y="98849"/>
                    <a:pt x="82696" y="98849"/>
                  </a:cubicBezTo>
                  <a:cubicBezTo>
                    <a:pt x="95259" y="98849"/>
                    <a:pt x="102438" y="94752"/>
                    <a:pt x="107010" y="89097"/>
                  </a:cubicBezTo>
                  <a:cubicBezTo>
                    <a:pt x="111954" y="83035"/>
                    <a:pt x="114731" y="74163"/>
                    <a:pt x="116119" y="63191"/>
                  </a:cubicBezTo>
                  <a:close/>
                  <a:moveTo>
                    <a:pt x="126346" y="93634"/>
                  </a:moveTo>
                  <a:cubicBezTo>
                    <a:pt x="126956" y="93634"/>
                    <a:pt x="125770" y="93634"/>
                    <a:pt x="126346" y="93634"/>
                  </a:cubicBezTo>
                  <a:cubicBezTo>
                    <a:pt x="125770" y="93634"/>
                    <a:pt x="123366" y="93634"/>
                    <a:pt x="122790" y="93634"/>
                  </a:cubicBezTo>
                  <a:cubicBezTo>
                    <a:pt x="121673" y="95497"/>
                    <a:pt x="120454" y="97258"/>
                    <a:pt x="119099" y="98917"/>
                  </a:cubicBezTo>
                  <a:cubicBezTo>
                    <a:pt x="111107" y="108738"/>
                    <a:pt x="99187" y="114393"/>
                    <a:pt x="82696" y="114393"/>
                  </a:cubicBezTo>
                  <a:cubicBezTo>
                    <a:pt x="64815" y="114393"/>
                    <a:pt x="51676" y="110668"/>
                    <a:pt x="43447" y="101355"/>
                  </a:cubicBezTo>
                  <a:cubicBezTo>
                    <a:pt x="43007" y="100814"/>
                    <a:pt x="42567" y="100272"/>
                    <a:pt x="42567" y="100272"/>
                  </a:cubicBezTo>
                  <a:lnTo>
                    <a:pt x="41551" y="101355"/>
                  </a:lnTo>
                  <a:lnTo>
                    <a:pt x="41551" y="169659"/>
                  </a:lnTo>
                  <a:cubicBezTo>
                    <a:pt x="56451" y="177752"/>
                    <a:pt x="88419" y="192280"/>
                    <a:pt x="124585" y="192280"/>
                  </a:cubicBezTo>
                  <a:cubicBezTo>
                    <a:pt x="160752" y="192280"/>
                    <a:pt x="192686" y="177752"/>
                    <a:pt x="207586" y="169659"/>
                  </a:cubicBezTo>
                  <a:lnTo>
                    <a:pt x="207586" y="101355"/>
                  </a:lnTo>
                  <a:lnTo>
                    <a:pt x="206570" y="100272"/>
                  </a:lnTo>
                  <a:cubicBezTo>
                    <a:pt x="206570" y="100272"/>
                    <a:pt x="206231" y="100712"/>
                    <a:pt x="205689" y="101355"/>
                  </a:cubicBezTo>
                  <a:cubicBezTo>
                    <a:pt x="197460" y="110668"/>
                    <a:pt x="184321" y="114393"/>
                    <a:pt x="166441" y="114393"/>
                  </a:cubicBezTo>
                  <a:cubicBezTo>
                    <a:pt x="149949" y="114393"/>
                    <a:pt x="138029" y="108738"/>
                    <a:pt x="130037" y="98917"/>
                  </a:cubicBezTo>
                  <a:cubicBezTo>
                    <a:pt x="128683" y="97258"/>
                    <a:pt x="127464" y="95497"/>
                    <a:pt x="126346" y="936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01113" tIns="101113" rIns="101113" bIns="101113" anchor="ctr" anchorCtr="0">
              <a:noAutofit/>
            </a:bodyPr>
            <a:lstStyle/>
            <a:p>
              <a:endParaRPr sz="1991">
                <a:latin typeface="Aptos" pitchFamily="2" charset="77"/>
              </a:endParaRPr>
            </a:p>
          </p:txBody>
        </p:sp>
        <p:sp>
          <p:nvSpPr>
            <p:cNvPr id="19" name="Google Shape;1695;p69">
              <a:extLst>
                <a:ext uri="{FF2B5EF4-FFF2-40B4-BE49-F238E27FC236}">
                  <a16:creationId xmlns:a16="http://schemas.microsoft.com/office/drawing/2014/main" id="{D2EB6D54-1D04-3426-1116-BD526BBF8BCE}"/>
                </a:ext>
              </a:extLst>
            </p:cNvPr>
            <p:cNvSpPr/>
            <p:nvPr/>
          </p:nvSpPr>
          <p:spPr>
            <a:xfrm>
              <a:off x="2962100" y="3350200"/>
              <a:ext cx="453800" cy="1005800"/>
            </a:xfrm>
            <a:custGeom>
              <a:avLst/>
              <a:gdLst/>
              <a:ahLst/>
              <a:cxnLst/>
              <a:rect l="l" t="t" r="r" b="b"/>
              <a:pathLst>
                <a:path w="18152" h="40232" extrusionOk="0">
                  <a:moveTo>
                    <a:pt x="9076" y="1"/>
                  </a:moveTo>
                  <a:cubicBezTo>
                    <a:pt x="14088" y="1"/>
                    <a:pt x="18152" y="4064"/>
                    <a:pt x="18152" y="9076"/>
                  </a:cubicBezTo>
                  <a:lnTo>
                    <a:pt x="18152" y="31156"/>
                  </a:lnTo>
                  <a:cubicBezTo>
                    <a:pt x="18152" y="36167"/>
                    <a:pt x="14088" y="40231"/>
                    <a:pt x="9076" y="40231"/>
                  </a:cubicBezTo>
                  <a:cubicBezTo>
                    <a:pt x="4064" y="40231"/>
                    <a:pt x="1" y="36167"/>
                    <a:pt x="1" y="31156"/>
                  </a:cubicBezTo>
                  <a:lnTo>
                    <a:pt x="1" y="9076"/>
                  </a:lnTo>
                  <a:cubicBezTo>
                    <a:pt x="1" y="4064"/>
                    <a:pt x="4064" y="1"/>
                    <a:pt x="90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01113" tIns="101113" rIns="101113" bIns="101113" anchor="ctr" anchorCtr="0">
              <a:noAutofit/>
            </a:bodyPr>
            <a:lstStyle/>
            <a:p>
              <a:endParaRPr sz="1991">
                <a:latin typeface="Aptos" pitchFamily="2" charset="77"/>
              </a:endParaRPr>
            </a:p>
          </p:txBody>
        </p:sp>
        <p:sp>
          <p:nvSpPr>
            <p:cNvPr id="20" name="Google Shape;1696;p69">
              <a:extLst>
                <a:ext uri="{FF2B5EF4-FFF2-40B4-BE49-F238E27FC236}">
                  <a16:creationId xmlns:a16="http://schemas.microsoft.com/office/drawing/2014/main" id="{9B8CA1D0-EE17-781A-D7C4-3837D25A1339}"/>
                </a:ext>
              </a:extLst>
            </p:cNvPr>
            <p:cNvSpPr/>
            <p:nvPr/>
          </p:nvSpPr>
          <p:spPr>
            <a:xfrm>
              <a:off x="4194750" y="3350200"/>
              <a:ext cx="453800" cy="1005800"/>
            </a:xfrm>
            <a:custGeom>
              <a:avLst/>
              <a:gdLst/>
              <a:ahLst/>
              <a:cxnLst/>
              <a:rect l="l" t="t" r="r" b="b"/>
              <a:pathLst>
                <a:path w="18152" h="40232" extrusionOk="0">
                  <a:moveTo>
                    <a:pt x="9076" y="1"/>
                  </a:moveTo>
                  <a:cubicBezTo>
                    <a:pt x="14088" y="1"/>
                    <a:pt x="18152" y="4064"/>
                    <a:pt x="18152" y="9076"/>
                  </a:cubicBezTo>
                  <a:lnTo>
                    <a:pt x="18152" y="31156"/>
                  </a:lnTo>
                  <a:cubicBezTo>
                    <a:pt x="18152" y="36167"/>
                    <a:pt x="14088" y="40231"/>
                    <a:pt x="9076" y="40231"/>
                  </a:cubicBezTo>
                  <a:cubicBezTo>
                    <a:pt x="4064" y="40231"/>
                    <a:pt x="1" y="36167"/>
                    <a:pt x="1" y="31156"/>
                  </a:cubicBezTo>
                  <a:lnTo>
                    <a:pt x="1" y="9076"/>
                  </a:lnTo>
                  <a:cubicBezTo>
                    <a:pt x="1" y="4064"/>
                    <a:pt x="4064" y="1"/>
                    <a:pt x="90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01113" tIns="101113" rIns="101113" bIns="101113" anchor="ctr" anchorCtr="0">
              <a:noAutofit/>
            </a:bodyPr>
            <a:lstStyle/>
            <a:p>
              <a:endParaRPr sz="1991">
                <a:latin typeface="Aptos" pitchFamily="2" charset="77"/>
              </a:endParaRPr>
            </a:p>
          </p:txBody>
        </p:sp>
      </p:grp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681F3C19-4A00-5C21-68D9-AE3DB7F3C883}"/>
              </a:ext>
            </a:extLst>
          </p:cNvPr>
          <p:cNvSpPr txBox="1">
            <a:spLocks/>
          </p:cNvSpPr>
          <p:nvPr/>
        </p:nvSpPr>
        <p:spPr>
          <a:xfrm>
            <a:off x="-6355919" y="4899085"/>
            <a:ext cx="5329526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B6BFB8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Supporting text if applicable. Keep it short and sweet.</a:t>
            </a:r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C30760E8-5FE2-1485-13D4-2511792EDD61}"/>
              </a:ext>
            </a:extLst>
          </p:cNvPr>
          <p:cNvSpPr txBox="1">
            <a:spLocks/>
          </p:cNvSpPr>
          <p:nvPr/>
        </p:nvSpPr>
        <p:spPr>
          <a:xfrm>
            <a:off x="-6355919" y="394788"/>
            <a:ext cx="532952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B6BFB8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accent2"/>
                </a:solidFill>
              </a:rPr>
              <a:t>Beta / Coming soon </a:t>
            </a:r>
          </a:p>
        </p:txBody>
      </p:sp>
      <p:sp>
        <p:nvSpPr>
          <p:cNvPr id="23" name="Title 3">
            <a:extLst>
              <a:ext uri="{FF2B5EF4-FFF2-40B4-BE49-F238E27FC236}">
                <a16:creationId xmlns:a16="http://schemas.microsoft.com/office/drawing/2014/main" id="{89E16DA8-14E9-7B47-04BA-0D076C597EF0}"/>
              </a:ext>
            </a:extLst>
          </p:cNvPr>
          <p:cNvSpPr txBox="1">
            <a:spLocks/>
          </p:cNvSpPr>
          <p:nvPr/>
        </p:nvSpPr>
        <p:spPr>
          <a:xfrm>
            <a:off x="-6355919" y="1814384"/>
            <a:ext cx="5329526" cy="28604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Aptos" pitchFamily="2" charset="77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A value prop in sentence case that is 12 words or less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705596-F813-0C20-3648-BC8286CDA0A0}"/>
              </a:ext>
            </a:extLst>
          </p:cNvPr>
          <p:cNvSpPr/>
          <p:nvPr/>
        </p:nvSpPr>
        <p:spPr>
          <a:xfrm>
            <a:off x="-686937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ocked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6F6C720-DF33-D17F-F413-FB11274DEF80}"/>
              </a:ext>
            </a:extLst>
          </p:cNvPr>
          <p:cNvSpPr/>
          <p:nvPr/>
        </p:nvSpPr>
        <p:spPr>
          <a:xfrm>
            <a:off x="-5221" y="-887828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FF507A"/>
          </a:solidFill>
          <a:ln>
            <a:solidFill>
              <a:schemeClr val="tx2"/>
            </a:solidFill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i="0">
                <a:solidFill>
                  <a:schemeClr val="tx1"/>
                </a:solidFill>
                <a:latin typeface="Aptos" pitchFamily="2" charset="77"/>
              </a:rPr>
              <a:t>Locked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89459C-3D23-DFF1-35FB-F4DBA62BC888}"/>
              </a:ext>
            </a:extLst>
          </p:cNvPr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148946"/>
            <a:ext cx="2660073" cy="1777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3DC181-FD35-DCFF-793A-2CC1A0FF3EC2}"/>
              </a:ext>
            </a:extLst>
          </p:cNvPr>
          <p:cNvSpPr txBox="1"/>
          <p:nvPr/>
        </p:nvSpPr>
        <p:spPr>
          <a:xfrm>
            <a:off x="6865257" y="7101159"/>
            <a:ext cx="53267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latin typeface="Aptos" pitchFamily="2" charset="77"/>
              </a:rPr>
              <a:t>slide expiration _ TUES, NOV 26 2024</a:t>
            </a:r>
          </a:p>
        </p:txBody>
      </p:sp>
    </p:spTree>
    <p:extLst>
      <p:ext uri="{BB962C8B-B14F-4D97-AF65-F5344CB8AC3E}">
        <p14:creationId xmlns:p14="http://schemas.microsoft.com/office/powerpoint/2010/main" val="16894790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ral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7491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I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534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x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3176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urity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8031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Subtit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934219-9B18-8925-0B79-BF8DB5FD4165}"/>
              </a:ext>
            </a:extLst>
          </p:cNvPr>
          <p:cNvSpPr txBox="1"/>
          <p:nvPr/>
        </p:nvSpPr>
        <p:spPr>
          <a:xfrm>
            <a:off x="9356271" y="-1045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51F7D6A9-0B03-B598-268C-7410B09FF4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0436" y="5159829"/>
            <a:ext cx="10818832" cy="990019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18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Subtitle information here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B8BD3C84-FADE-BF52-5760-D3D87F6A37D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0435" y="708152"/>
            <a:ext cx="10818831" cy="3693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Consolas" panose="02000009000000000000" pitchFamily="49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EF8970-F0DD-E62A-43D3-7E11393071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436" y="1273358"/>
            <a:ext cx="10818832" cy="3217000"/>
          </a:xfrm>
        </p:spPr>
        <p:txBody>
          <a:bodyPr anchor="t">
            <a:noAutofit/>
          </a:bodyPr>
          <a:lstStyle>
            <a:lvl1pPr algn="l">
              <a:defRPr sz="4800"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Title should be less than ten words</a:t>
            </a:r>
          </a:p>
        </p:txBody>
      </p:sp>
    </p:spTree>
    <p:extLst>
      <p:ext uri="{BB962C8B-B14F-4D97-AF65-F5344CB8AC3E}">
        <p14:creationId xmlns:p14="http://schemas.microsoft.com/office/powerpoint/2010/main" val="1582381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pilot feature specif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3">
            <a:extLst>
              <a:ext uri="{FF2B5EF4-FFF2-40B4-BE49-F238E27FC236}">
                <a16:creationId xmlns:a16="http://schemas.microsoft.com/office/drawing/2014/main" id="{5DB9C4AF-D54B-2966-FD9E-8AD866CE4C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678" y="1814384"/>
            <a:ext cx="5329526" cy="286043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that is 12 words or less</a:t>
            </a:r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EA5B5886-EA34-DAE8-50CF-0EFEF5F0187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0678" y="394788"/>
            <a:ext cx="532952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2EF7E6-FBD4-9CAF-B4D5-F790303CD6A4}"/>
              </a:ext>
            </a:extLst>
          </p:cNvPr>
          <p:cNvSpPr/>
          <p:nvPr/>
        </p:nvSpPr>
        <p:spPr>
          <a:xfrm>
            <a:off x="6049660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2AFB5C47-8B12-3D29-6D72-04EE3AD28E9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88062" y="0"/>
            <a:ext cx="6103938" cy="6858000"/>
          </a:xfrm>
          <a:prstGeom prst="rect">
            <a:avLst/>
          </a:prstGeom>
          <a:gradFill>
            <a:gsLst>
              <a:gs pos="100000">
                <a:srgbClr val="8CF2A6"/>
              </a:gs>
              <a:gs pos="0">
                <a:srgbClr val="C16EFF"/>
              </a:gs>
              <a:gs pos="52000">
                <a:srgbClr val="3194FF"/>
              </a:gs>
            </a:gsLst>
            <a:lin ang="2700000" scaled="1"/>
          </a:gra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6075BC0D-A378-EE4D-A90D-78FBF20D057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678" y="4899085"/>
            <a:ext cx="5329526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/>
              <a:t>Supporting text if applicable. Keep it short and sweet.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0AD247-D9D4-5E1F-D16C-22550DE423BE}"/>
              </a:ext>
            </a:extLst>
          </p:cNvPr>
          <p:cNvSpPr/>
          <p:nvPr userDrawn="1"/>
        </p:nvSpPr>
        <p:spPr>
          <a:xfrm>
            <a:off x="6049660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572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pilot feature specif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E29818A-4EA9-A52C-46E9-8BA0AA870332}"/>
              </a:ext>
            </a:extLst>
          </p:cNvPr>
          <p:cNvSpPr/>
          <p:nvPr/>
        </p:nvSpPr>
        <p:spPr>
          <a:xfrm>
            <a:off x="1646961" y="2537246"/>
            <a:ext cx="8898071" cy="4549354"/>
          </a:xfrm>
          <a:prstGeom prst="roundRect">
            <a:avLst>
              <a:gd name="adj" fmla="val 1725"/>
            </a:avLst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Aptos" pitchFamily="2" charset="77"/>
                <a:cs typeface="Aptos" pitchFamily="2" charset="77"/>
              </a:rPr>
              <a:t>Cover this entire rectangle with the product shot / UI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3B6736-5737-D701-0E58-0C9EB2DD4C76}"/>
              </a:ext>
            </a:extLst>
          </p:cNvPr>
          <p:cNvSpPr/>
          <p:nvPr/>
        </p:nvSpPr>
        <p:spPr>
          <a:xfrm rot="5400000">
            <a:off x="6077712" y="-6076188"/>
            <a:ext cx="36576" cy="121889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B439ED-7498-1CDD-489D-2D06C8A09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277951"/>
            <a:ext cx="12188952" cy="1127328"/>
          </a:xfrm>
          <a:prstGeom prst="rect">
            <a:avLst/>
          </a:prstGeom>
        </p:spPr>
        <p:txBody>
          <a:bodyPr anchor="t"/>
          <a:lstStyle>
            <a:lvl1pPr algn="ctr"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</a:t>
            </a:r>
            <a:br>
              <a:rPr lang="en-US"/>
            </a:br>
            <a:r>
              <a:rPr lang="en-US"/>
              <a:t>that is 12 words or less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57A727C7-5F13-A52A-4A2C-7FC2467078E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1236" y="263101"/>
            <a:ext cx="5329528" cy="28673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2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AA5322E-CB77-3341-553B-E9D7226E3C07}"/>
              </a:ext>
            </a:extLst>
          </p:cNvPr>
          <p:cNvSpPr/>
          <p:nvPr userDrawn="1"/>
        </p:nvSpPr>
        <p:spPr>
          <a:xfrm>
            <a:off x="1646961" y="2537246"/>
            <a:ext cx="8898071" cy="4549354"/>
          </a:xfrm>
          <a:prstGeom prst="roundRect">
            <a:avLst>
              <a:gd name="adj" fmla="val 1725"/>
            </a:avLst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Aptos" pitchFamily="2" charset="77"/>
                <a:cs typeface="Aptos" pitchFamily="2" charset="77"/>
              </a:rPr>
              <a:t>Cover this entire rectangle with the product shot / UI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2C702E-5817-7BF0-B0F9-A0E1BAECBFB5}"/>
              </a:ext>
            </a:extLst>
          </p:cNvPr>
          <p:cNvSpPr/>
          <p:nvPr userDrawn="1"/>
        </p:nvSpPr>
        <p:spPr>
          <a:xfrm rot="5400000">
            <a:off x="6077712" y="-6076188"/>
            <a:ext cx="36576" cy="121889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341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urity feature specif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2AFB5C47-8B12-3D29-6D72-04EE3AD28E9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6103938" cy="6858000"/>
          </a:xfrm>
          <a:prstGeom prst="rect">
            <a:avLst/>
          </a:prstGeom>
          <a:gradFill>
            <a:gsLst>
              <a:gs pos="100000">
                <a:srgbClr val="9EECFF"/>
              </a:gs>
              <a:gs pos="0">
                <a:srgbClr val="3194FF"/>
              </a:gs>
            </a:gsLst>
            <a:lin ang="2700000" scaled="1"/>
          </a:gra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362230-C912-A080-0D76-BAD92A2A4CBE}"/>
              </a:ext>
            </a:extLst>
          </p:cNvPr>
          <p:cNvSpPr/>
          <p:nvPr/>
        </p:nvSpPr>
        <p:spPr>
          <a:xfrm>
            <a:off x="6103336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30DED90-C8A1-712C-7287-27FF7BF3A1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7010" y="1814384"/>
            <a:ext cx="5329526" cy="286043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that is 12 words or less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19F1A0AB-79B7-AB7D-46CD-5F3E3DE38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87010" y="394788"/>
            <a:ext cx="532952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55B49007-0D35-3B56-802C-A03CE7C08D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87010" y="4899085"/>
            <a:ext cx="5329526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/>
              <a:t>Supporting text if applicable. Keep it short and sweet.</a:t>
            </a:r>
          </a:p>
        </p:txBody>
      </p:sp>
    </p:spTree>
    <p:extLst>
      <p:ext uri="{BB962C8B-B14F-4D97-AF65-F5344CB8AC3E}">
        <p14:creationId xmlns:p14="http://schemas.microsoft.com/office/powerpoint/2010/main" val="3381925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nterprise feature specif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2AFB5C47-8B12-3D29-6D72-04EE3AD28E9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88062" y="0"/>
            <a:ext cx="6103938" cy="6858000"/>
          </a:xfrm>
          <a:prstGeom prst="rect">
            <a:avLst/>
          </a:prstGeom>
          <a:gradFill>
            <a:gsLst>
              <a:gs pos="100000">
                <a:srgbClr val="DDFF96"/>
              </a:gs>
              <a:gs pos="20000">
                <a:srgbClr val="8342FB"/>
              </a:gs>
              <a:gs pos="66000">
                <a:srgbClr val="FFAC82"/>
              </a:gs>
            </a:gsLst>
            <a:lin ang="2700000" scaled="1"/>
          </a:gra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A922B8-55F0-98AD-538E-4138553A614F}"/>
              </a:ext>
            </a:extLst>
          </p:cNvPr>
          <p:cNvSpPr/>
          <p:nvPr/>
        </p:nvSpPr>
        <p:spPr>
          <a:xfrm>
            <a:off x="6049660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E5CA9352-CB6A-4A10-B94E-64252E257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678" y="1814384"/>
            <a:ext cx="5329526" cy="286043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that is 12 words or less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25B4E141-7703-DB08-DC4E-7771507BA2F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0678" y="394788"/>
            <a:ext cx="532952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AD9E998E-87D1-59CA-C6E6-291E62BAB46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678" y="4899085"/>
            <a:ext cx="5329526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/>
              <a:t>Supporting text if applicable. Keep it short and sweet.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1E93F1-D16A-E690-B04B-47CF97D3C9D1}"/>
              </a:ext>
            </a:extLst>
          </p:cNvPr>
          <p:cNvSpPr/>
          <p:nvPr userDrawn="1"/>
        </p:nvSpPr>
        <p:spPr>
          <a:xfrm>
            <a:off x="6049660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4066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our statement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6105375C-8468-A60A-35F4-F2E865BCA2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37524" y="1957715"/>
            <a:ext cx="3239551" cy="457200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1</a:t>
            </a:r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880850F9-DBA5-87B5-AFD9-06937D861D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37525" y="2432664"/>
            <a:ext cx="3239550" cy="914400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11" name="Picture Placeholder 24">
            <a:extLst>
              <a:ext uri="{FF2B5EF4-FFF2-40B4-BE49-F238E27FC236}">
                <a16:creationId xmlns:a16="http://schemas.microsoft.com/office/drawing/2014/main" id="{EB5D7FED-59FD-275C-B51E-A317DA91E5A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637525" y="1418460"/>
            <a:ext cx="365760" cy="365760"/>
          </a:xfr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3F452737-E01C-517A-4B05-910B9B6DCF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37524" y="4139883"/>
            <a:ext cx="3239551" cy="457200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3</a:t>
            </a:r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4D081FFC-16E5-7744-FD3D-9E04413B3B5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37525" y="4614832"/>
            <a:ext cx="3239550" cy="914400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14" name="Picture Placeholder 24">
            <a:extLst>
              <a:ext uri="{FF2B5EF4-FFF2-40B4-BE49-F238E27FC236}">
                <a16:creationId xmlns:a16="http://schemas.microsoft.com/office/drawing/2014/main" id="{CE225B63-8F69-3259-9E10-F34A10DAC56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637525" y="3600628"/>
            <a:ext cx="365760" cy="365760"/>
          </a:xfr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E87E6B0B-83D1-4AA0-E720-5C62B8601C1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32207" y="1957715"/>
            <a:ext cx="3239551" cy="457200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2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31FE0450-DA87-2749-0CF7-CA6E4DDB4E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332208" y="2432664"/>
            <a:ext cx="3239550" cy="914400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24" name="Picture Placeholder 24">
            <a:extLst>
              <a:ext uri="{FF2B5EF4-FFF2-40B4-BE49-F238E27FC236}">
                <a16:creationId xmlns:a16="http://schemas.microsoft.com/office/drawing/2014/main" id="{2CBF0351-2BE0-7A68-1357-B289321082E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332208" y="1418460"/>
            <a:ext cx="365760" cy="365760"/>
          </a:xfr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219DD41-C1D8-75E3-C46D-A28B1FFE9FF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32207" y="4139883"/>
            <a:ext cx="3239551" cy="457200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4</a:t>
            </a:r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03229E1C-F844-A238-49DB-038A784709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32208" y="4614832"/>
            <a:ext cx="3239550" cy="914400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29" name="Picture Placeholder 24">
            <a:extLst>
              <a:ext uri="{FF2B5EF4-FFF2-40B4-BE49-F238E27FC236}">
                <a16:creationId xmlns:a16="http://schemas.microsoft.com/office/drawing/2014/main" id="{AC66BFF0-7E82-C663-C55A-2FC7CDFBC16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8332208" y="3600628"/>
            <a:ext cx="365760" cy="365760"/>
          </a:xfr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BB2AB4-C828-3430-78EB-DEBABFA1C0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437" y="1957715"/>
            <a:ext cx="3461954" cy="3571517"/>
          </a:xfrm>
        </p:spPr>
        <p:txBody>
          <a:bodyPr anchor="t">
            <a:noAutofit/>
          </a:bodyPr>
          <a:lstStyle>
            <a:lvl1pPr algn="l">
              <a:defRPr sz="4800"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Title should be less than ten words</a:t>
            </a:r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68AEC395-7F97-4BE3-5FE1-60D8D627C49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0436" y="1426607"/>
            <a:ext cx="3461954" cy="36576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Consolas" panose="02000009000000000000" pitchFamily="49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4145636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I_Large number &amp; statemen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blue sky with clouds&#10;&#10;AI-generated content may be incorrect.">
            <a:extLst>
              <a:ext uri="{FF2B5EF4-FFF2-40B4-BE49-F238E27FC236}">
                <a16:creationId xmlns:a16="http://schemas.microsoft.com/office/drawing/2014/main" id="{58960C67-0FEF-76A6-AD49-528B3E8E245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266" y="0"/>
            <a:ext cx="6102266" cy="6858000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4D9AF2ED-3216-A0DB-3B2F-2F8D011C120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9432" y="2451283"/>
            <a:ext cx="5090871" cy="1955433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2000" b="1" i="0" spc="-300">
                <a:solidFill>
                  <a:schemeClr val="bg1"/>
                </a:solidFill>
                <a:latin typeface="Aptos" pitchFamily="2" charset="77"/>
              </a:defRPr>
            </a:lvl1pPr>
          </a:lstStyle>
          <a:p>
            <a:r>
              <a:rPr lang="en-US"/>
              <a:t>XXM</a:t>
            </a:r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695EE8D7-ECE2-9E6B-6D33-216903961B0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99431" y="4406716"/>
            <a:ext cx="5090871" cy="138451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And/or statement here</a:t>
            </a:r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1D69AF07-CF7E-EC05-D359-1D0CEF0097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99431" y="1066772"/>
            <a:ext cx="5090871" cy="1334528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here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0F3FB04-B8E4-3529-78EA-6396FB756359}"/>
              </a:ext>
            </a:extLst>
          </p:cNvPr>
          <p:cNvSpPr/>
          <p:nvPr/>
        </p:nvSpPr>
        <p:spPr>
          <a:xfrm>
            <a:off x="6096000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1E3EC00F-A751-32AF-B158-5684CEF4EDD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06518" y="4899085"/>
            <a:ext cx="5329526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3160BE5B-2BA3-D923-86BE-6A1E7BEAB11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06518" y="394788"/>
            <a:ext cx="532952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rgbClr val="B6BFB8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99BC23C1-D9EB-EBDD-BF6B-F0076FC5726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506162" y="1078522"/>
            <a:ext cx="5329882" cy="2862072"/>
          </a:xfrm>
          <a:prstGeom prst="rect">
            <a:avLst/>
          </a:prstGeom>
        </p:spPr>
        <p:txBody>
          <a:bodyPr/>
          <a:lstStyle>
            <a:lvl1pPr>
              <a:defRPr sz="3600" b="1" i="0">
                <a:solidFill>
                  <a:schemeClr val="tx1"/>
                </a:solidFill>
                <a:latin typeface="Aptos" pitchFamily="2" charset="77"/>
                <a:cs typeface="Aptos" pitchFamily="2" charset="77"/>
              </a:defRPr>
            </a:lvl1pPr>
          </a:lstStyle>
          <a:p>
            <a:pPr lvl="0"/>
            <a:r>
              <a:rPr lang="en-US"/>
              <a:t>Statement that should be 10 words or less</a:t>
            </a:r>
          </a:p>
        </p:txBody>
      </p:sp>
    </p:spTree>
    <p:extLst>
      <p:ext uri="{BB962C8B-B14F-4D97-AF65-F5344CB8AC3E}">
        <p14:creationId xmlns:p14="http://schemas.microsoft.com/office/powerpoint/2010/main" val="546143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pilot Roadmap slide_2 fea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FA752C42-8FFE-E7DC-6F4B-E25EF4A96C4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8809" y="365644"/>
            <a:ext cx="4086100" cy="442635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600" b="0" i="0">
                <a:solidFill>
                  <a:srgbClr val="B6BFB8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8A9C4DCD-EF1F-C3CD-2570-EF693C75FD1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994384" y="4246318"/>
            <a:ext cx="3239551" cy="4572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New feature/tool</a:t>
            </a:r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F9241AAA-8131-726E-B1DB-AAAD8D4021C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994385" y="5358512"/>
            <a:ext cx="3239550" cy="11338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C492EABB-08D4-AC0C-3F73-88250F24E33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25136" y="4246318"/>
            <a:ext cx="3239551" cy="4572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New feature/tool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683D537-28C2-931A-7552-67F3035AF4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725137" y="5358512"/>
            <a:ext cx="3239550" cy="11338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6CCE2E32-8BB9-AC99-A4CA-0D769759AEE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996541" y="4000033"/>
            <a:ext cx="3239550" cy="2285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200" b="0" i="0">
                <a:solidFill>
                  <a:srgbClr val="B6BFB8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Beta / Coming soon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2F71B73-1988-5873-1F14-44AA8F8941A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725137" y="4000033"/>
            <a:ext cx="3239550" cy="2285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200" b="0" i="0">
                <a:solidFill>
                  <a:srgbClr val="B6BFB8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Beta / Coming soon</a:t>
            </a:r>
          </a:p>
        </p:txBody>
      </p:sp>
      <p:sp>
        <p:nvSpPr>
          <p:cNvPr id="27" name="Title 4">
            <a:extLst>
              <a:ext uri="{FF2B5EF4-FFF2-40B4-BE49-F238E27FC236}">
                <a16:creationId xmlns:a16="http://schemas.microsoft.com/office/drawing/2014/main" id="{7D7A8B61-BC0D-4B3F-0558-1874E953EE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70" y="941950"/>
            <a:ext cx="4086099" cy="5550406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Title that should be 10 words or less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3E0C1C-BBFB-5C23-9941-50DB6F241B83}"/>
              </a:ext>
            </a:extLst>
          </p:cNvPr>
          <p:cNvSpPr/>
          <p:nvPr/>
        </p:nvSpPr>
        <p:spPr>
          <a:xfrm>
            <a:off x="8461248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3C9200-315C-B256-15DE-34F1CA4FE119}"/>
              </a:ext>
            </a:extLst>
          </p:cNvPr>
          <p:cNvSpPr/>
          <p:nvPr/>
        </p:nvSpPr>
        <p:spPr>
          <a:xfrm>
            <a:off x="4724423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5AC0458-901E-D182-3617-D91492821907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4760999" y="0"/>
            <a:ext cx="3694176" cy="3694176"/>
          </a:xfrm>
          <a:prstGeom prst="rect">
            <a:avLst/>
          </a:prstGeom>
          <a:gradFill>
            <a:gsLst>
              <a:gs pos="100000">
                <a:srgbClr val="8CF2A6"/>
              </a:gs>
              <a:gs pos="0">
                <a:srgbClr val="C16EFF"/>
              </a:gs>
              <a:gs pos="52000">
                <a:srgbClr val="3194FF"/>
              </a:gs>
            </a:gsLst>
            <a:lin ang="2700000" scaled="1"/>
          </a:gra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24114CFF-B0A0-A1F7-5DDA-253C84E1C30D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497824" y="0"/>
            <a:ext cx="3694176" cy="3694176"/>
          </a:xfrm>
          <a:prstGeom prst="rect">
            <a:avLst/>
          </a:prstGeom>
          <a:gradFill flip="none" rotWithShape="1">
            <a:gsLst>
              <a:gs pos="100000">
                <a:srgbClr val="8CF2A6"/>
              </a:gs>
              <a:gs pos="0">
                <a:srgbClr val="C16EFF"/>
              </a:gs>
              <a:gs pos="52000">
                <a:srgbClr val="3194FF"/>
              </a:gs>
            </a:gsLst>
            <a:lin ang="8100000" scaled="1"/>
            <a:tileRect/>
          </a:gra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56E78E-55A1-3101-DDA7-4715EFA4E778}"/>
              </a:ext>
            </a:extLst>
          </p:cNvPr>
          <p:cNvSpPr/>
          <p:nvPr userDrawn="1"/>
        </p:nvSpPr>
        <p:spPr>
          <a:xfrm>
            <a:off x="8461248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A30D0F-3B24-F391-734C-07CFDA5726CB}"/>
              </a:ext>
            </a:extLst>
          </p:cNvPr>
          <p:cNvSpPr/>
          <p:nvPr userDrawn="1"/>
        </p:nvSpPr>
        <p:spPr>
          <a:xfrm>
            <a:off x="4724423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12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owser / two statement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60FCB388-AE2B-FEE6-EDFC-B51DA5958C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458497" y="966819"/>
            <a:ext cx="4866854" cy="5073650"/>
          </a:xfrm>
          <a:prstGeom prst="rect">
            <a:avLst/>
          </a:prstGeom>
          <a:solidFill>
            <a:schemeClr val="bg1"/>
          </a:solidFill>
          <a:effectLst>
            <a:outerShdw blurRad="420955" dist="232110" dir="5100000" algn="t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algn="ctr">
              <a:defRPr sz="1800">
                <a:latin typeface="Aptos" pitchFamily="2" charset="77"/>
              </a:defRPr>
            </a:lvl1pPr>
          </a:lstStyle>
          <a:p>
            <a:r>
              <a:rPr lang="en-US"/>
              <a:t>Screenshot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4D961E-D8F1-1621-0B65-EF22EBFBFA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58381" y="963376"/>
            <a:ext cx="6263325" cy="198493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600"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Title should be less </a:t>
            </a:r>
            <a:br>
              <a:rPr lang="en-US"/>
            </a:br>
            <a:r>
              <a:rPr lang="en-US"/>
              <a:t>than ten words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2474E636-F179-E536-9454-DE09228009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8381" y="4186526"/>
            <a:ext cx="3048593" cy="52795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1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CE169238-2E1E-D6F8-F1D2-A248C049870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8382" y="4737676"/>
            <a:ext cx="3048592" cy="105591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Try your best to keep your description no more than three lines</a:t>
            </a:r>
          </a:p>
        </p:txBody>
      </p:sp>
      <p:sp>
        <p:nvSpPr>
          <p:cNvPr id="8" name="Picture Placeholder 24">
            <a:extLst>
              <a:ext uri="{FF2B5EF4-FFF2-40B4-BE49-F238E27FC236}">
                <a16:creationId xmlns:a16="http://schemas.microsoft.com/office/drawing/2014/main" id="{8FBCA652-A806-87EE-B85F-BCFDB1B4066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58382" y="3647272"/>
            <a:ext cx="365760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73709F95-17EA-8C2B-E043-7CB31556A6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973113" y="4186526"/>
            <a:ext cx="3048593" cy="52795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2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7213201B-9B16-0B3D-E146-6B725E1AF60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973114" y="4737676"/>
            <a:ext cx="3048592" cy="105591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Try your best to keep your description no more than three lines</a:t>
            </a:r>
          </a:p>
        </p:txBody>
      </p:sp>
      <p:sp>
        <p:nvSpPr>
          <p:cNvPr id="18" name="Picture Placeholder 24">
            <a:extLst>
              <a:ext uri="{FF2B5EF4-FFF2-40B4-BE49-F238E27FC236}">
                <a16:creationId xmlns:a16="http://schemas.microsoft.com/office/drawing/2014/main" id="{9465DD82-942D-4363-BDF8-DEBD3E0B5B00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973114" y="3647272"/>
            <a:ext cx="365760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7717653C-80DF-3DD2-FC16-37BB8FC2866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8381" y="574423"/>
            <a:ext cx="3461954" cy="36576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Consolas" panose="02000009000000000000" pitchFamily="49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7AE14FBB-7CBC-D32F-39FD-4ABA51B008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58497" y="492220"/>
            <a:ext cx="8686800" cy="47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509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card - Dark mode - 2 speaker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DABDFDA8-5032-521D-35FD-137BB6C48BE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74" y="2766"/>
            <a:ext cx="12172140" cy="685246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E9EE805-E24C-DF0B-BCAC-04CFE6E3C3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1097" y="380348"/>
            <a:ext cx="9077911" cy="4824698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8000" b="1" i="0">
                <a:solidFill>
                  <a:srgbClr val="8BF1A6"/>
                </a:solidFill>
                <a:latin typeface="Aptos" pitchFamily="2" charset="77"/>
              </a:defRPr>
            </a:lvl1pPr>
          </a:lstStyle>
          <a:p>
            <a:r>
              <a:rPr lang="en-US"/>
              <a:t>Presentation title </a:t>
            </a:r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63BAA1F4-E359-6D1D-15CC-0F72B88613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04302" y="5730720"/>
            <a:ext cx="2918060" cy="4572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CDD225E2-CA3A-7780-C15A-F080FC674F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04302" y="6233277"/>
            <a:ext cx="2918060" cy="4572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4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Position  / Company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5266F897-93A3-9BD1-063F-566A0849946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53" y="5730720"/>
            <a:ext cx="2918060" cy="4572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E7508BB4-E117-9BD4-BB08-C14AC1FE840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775953" y="6233277"/>
            <a:ext cx="2918060" cy="4572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4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Position  / Company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D10252-CD1F-88BE-2B77-9454DC9DC583}"/>
              </a:ext>
            </a:extLst>
          </p:cNvPr>
          <p:cNvSpPr/>
          <p:nvPr userDrawn="1"/>
        </p:nvSpPr>
        <p:spPr>
          <a:xfrm rot="5400000">
            <a:off x="7150276" y="535918"/>
            <a:ext cx="36576" cy="100235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29CF073E-C979-1616-02A6-D777AA3C33E1}"/>
              </a:ext>
            </a:extLst>
          </p:cNvPr>
          <p:cNvSpPr>
            <a:spLocks noGrp="1" noChangeAspect="1"/>
          </p:cNvSpPr>
          <p:nvPr>
            <p:ph type="pic" sz="quarter" idx="41"/>
          </p:nvPr>
        </p:nvSpPr>
        <p:spPr>
          <a:xfrm>
            <a:off x="2184783" y="5565045"/>
            <a:ext cx="1298448" cy="1298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3F4DEFA9-46ED-D8EA-5B84-3FE3C18BC40F}"/>
              </a:ext>
            </a:extLst>
          </p:cNvPr>
          <p:cNvSpPr>
            <a:spLocks noGrp="1" noChangeAspect="1"/>
          </p:cNvSpPr>
          <p:nvPr>
            <p:ph type="pic" sz="quarter" idx="43"/>
          </p:nvPr>
        </p:nvSpPr>
        <p:spPr>
          <a:xfrm>
            <a:off x="7230039" y="5565045"/>
            <a:ext cx="1298448" cy="1298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E7CB62-5C8D-2981-EAA4-46E33D55EA7C}"/>
              </a:ext>
            </a:extLst>
          </p:cNvPr>
          <p:cNvSpPr/>
          <p:nvPr userDrawn="1"/>
        </p:nvSpPr>
        <p:spPr>
          <a:xfrm>
            <a:off x="7195694" y="5532120"/>
            <a:ext cx="36576" cy="13258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2244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102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934219-9B18-8925-0B79-BF8DB5FD4165}"/>
              </a:ext>
            </a:extLst>
          </p:cNvPr>
          <p:cNvSpPr txBox="1"/>
          <p:nvPr/>
        </p:nvSpPr>
        <p:spPr>
          <a:xfrm>
            <a:off x="9356271" y="-1045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4B8FA51-B975-B2D3-3F96-FFAB0F900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436" y="2354817"/>
            <a:ext cx="10818832" cy="3822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Aptos" pitchFamily="2" charset="77"/>
              </a:defRPr>
            </a:lvl1pPr>
            <a:lvl2pPr>
              <a:defRPr>
                <a:latin typeface="Aptos" pitchFamily="2" charset="77"/>
              </a:defRPr>
            </a:lvl2pPr>
            <a:lvl3pPr>
              <a:defRPr>
                <a:latin typeface="Aptos" pitchFamily="2" charset="77"/>
              </a:defRPr>
            </a:lvl3pPr>
            <a:lvl4pPr>
              <a:defRPr>
                <a:latin typeface="Aptos" pitchFamily="2" charset="77"/>
              </a:defRPr>
            </a:lvl4pPr>
            <a:lvl5pPr>
              <a:defRPr>
                <a:latin typeface="Apto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C8D9CAC6-8853-24B3-3968-58FD5156F71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0435" y="708152"/>
            <a:ext cx="10818831" cy="36576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545FE6-14A5-6DEE-D1BD-98A78B9DC9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436" y="1273358"/>
            <a:ext cx="10818832" cy="882013"/>
          </a:xfrm>
        </p:spPr>
        <p:txBody>
          <a:bodyPr anchor="t">
            <a:noAutofit/>
          </a:bodyPr>
          <a:lstStyle>
            <a:lvl1pPr algn="l">
              <a:defRPr sz="4800"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Title should be less than 10 words</a:t>
            </a:r>
          </a:p>
        </p:txBody>
      </p:sp>
    </p:spTree>
    <p:extLst>
      <p:ext uri="{BB962C8B-B14F-4D97-AF65-F5344CB8AC3E}">
        <p14:creationId xmlns:p14="http://schemas.microsoft.com/office/powerpoint/2010/main" val="1752363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Statement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C90F7202-87A7-49D5-1EEA-599F68B5D2B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4508" y="4274022"/>
            <a:ext cx="3239551" cy="457200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1</a:t>
            </a:r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1D01495C-06D4-CD38-BA69-8D11BAE69F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74508" y="4748971"/>
            <a:ext cx="3239550" cy="914400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4" name="Picture Placeholder 24">
            <a:extLst>
              <a:ext uri="{FF2B5EF4-FFF2-40B4-BE49-F238E27FC236}">
                <a16:creationId xmlns:a16="http://schemas.microsoft.com/office/drawing/2014/main" id="{BA673A28-5082-75B2-C493-25A6BA2892A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74508" y="3734767"/>
            <a:ext cx="365760" cy="365760"/>
          </a:xfr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89DC60DF-BBF9-032D-AD0B-F365CD4D892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78194" y="4272640"/>
            <a:ext cx="3239551" cy="457200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2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AD9D8176-BB69-9F5A-BA39-87E5D942B5B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78195" y="4747589"/>
            <a:ext cx="3239550" cy="914400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8" name="Picture Placeholder 24">
            <a:extLst>
              <a:ext uri="{FF2B5EF4-FFF2-40B4-BE49-F238E27FC236}">
                <a16:creationId xmlns:a16="http://schemas.microsoft.com/office/drawing/2014/main" id="{8B0CD642-0531-E3F3-88CD-780EBE6D9300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478195" y="3733385"/>
            <a:ext cx="365760" cy="365760"/>
          </a:xfr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2269E9E9-9FE1-4B58-A067-4BD00E8E0C3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77943" y="4272640"/>
            <a:ext cx="3239551" cy="457200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3</a:t>
            </a:r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FA5B6F15-FA33-ECFB-4754-66663281CB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77944" y="4747589"/>
            <a:ext cx="3239550" cy="914400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11" name="Picture Placeholder 24">
            <a:extLst>
              <a:ext uri="{FF2B5EF4-FFF2-40B4-BE49-F238E27FC236}">
                <a16:creationId xmlns:a16="http://schemas.microsoft.com/office/drawing/2014/main" id="{ECA9FA2E-EA3D-1DBC-2A4B-62D38B8DF3E6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277944" y="3733385"/>
            <a:ext cx="365760" cy="365760"/>
          </a:xfr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C7570C5-829F-FB1B-F5CF-692824B4A4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4508" y="1178132"/>
            <a:ext cx="10884125" cy="1646711"/>
          </a:xfrm>
        </p:spPr>
        <p:txBody>
          <a:bodyPr anchor="t">
            <a:noAutofit/>
          </a:bodyPr>
          <a:lstStyle>
            <a:lvl1pPr algn="l">
              <a:defRPr sz="4800"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Title should be less than 10 words</a:t>
            </a:r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291076F0-6982-7308-4E79-073885B6FF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74508" y="708152"/>
            <a:ext cx="10884124" cy="36576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3250878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6ECBF4C-BF4F-0D2C-EA8E-54C29F31B2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09814" y="335102"/>
            <a:ext cx="726315" cy="6187796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B6BFB8"/>
                </a:solidFill>
                <a:latin typeface="Apto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  <a:p>
            <a:pPr lvl="0"/>
            <a:r>
              <a:rPr lang="en-US"/>
              <a:t>04</a:t>
            </a:r>
          </a:p>
          <a:p>
            <a:pPr lvl="0"/>
            <a:r>
              <a:rPr lang="en-US"/>
              <a:t>05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2D5E6-6218-3513-0338-32F1DADBF9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36128" y="335102"/>
            <a:ext cx="6955155" cy="6187796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  <a:p>
            <a:pPr lvl="0"/>
            <a:r>
              <a:rPr lang="en-US"/>
              <a:t>Section title </a:t>
            </a:r>
          </a:p>
          <a:p>
            <a:pPr lvl="0"/>
            <a:r>
              <a:rPr lang="en-US"/>
              <a:t>Section title</a:t>
            </a:r>
          </a:p>
          <a:p>
            <a:pPr lvl="0"/>
            <a:r>
              <a:rPr lang="en-US"/>
              <a:t>Section title</a:t>
            </a:r>
          </a:p>
          <a:p>
            <a:pPr lvl="0"/>
            <a:r>
              <a:rPr lang="en-US"/>
              <a:t>Section title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ADB4EE-5BC1-F20C-23D5-E728D77BC32D}"/>
              </a:ext>
            </a:extLst>
          </p:cNvPr>
          <p:cNvSpPr txBox="1"/>
          <p:nvPr userDrawn="1"/>
        </p:nvSpPr>
        <p:spPr>
          <a:xfrm>
            <a:off x="256841" y="335102"/>
            <a:ext cx="30607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i="0">
                <a:solidFill>
                  <a:schemeClr val="tx1"/>
                </a:solidFill>
                <a:latin typeface="Aptos" pitchFamily="2" charset="77"/>
                <a:cs typeface="Aptos" pitchFamily="2" charset="77"/>
              </a:rPr>
              <a:t>Agenda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94A6F1-D848-E63F-EE08-EB5E912E073C}"/>
              </a:ext>
            </a:extLst>
          </p:cNvPr>
          <p:cNvSpPr/>
          <p:nvPr userDrawn="1"/>
        </p:nvSpPr>
        <p:spPr>
          <a:xfrm>
            <a:off x="3663995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67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nel Title Card - green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92B1EC0-7FF8-CC20-FE27-A035712249B9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822"/>
            <a:ext cx="12192000" cy="686364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7311656-A7F6-E685-5661-15D8FA1D6A4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15035" y="1392319"/>
            <a:ext cx="9039106" cy="40733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6000" b="1" i="0">
                <a:solidFill>
                  <a:schemeClr val="bg1"/>
                </a:solidFill>
                <a:latin typeface="Aptos" pitchFamily="2" charset="77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703246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28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pilot feature specif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D89EC314-9034-41CA-7F9D-FFA5D6F69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678" y="1814384"/>
            <a:ext cx="5329526" cy="286043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that is 12 words or less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2243E505-DF3C-F337-CBC7-E70FEE6C0CC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0678" y="394788"/>
            <a:ext cx="532952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7AB6A4-AA7E-8631-4382-09BBAB795B1E}"/>
              </a:ext>
            </a:extLst>
          </p:cNvPr>
          <p:cNvSpPr/>
          <p:nvPr userDrawn="1"/>
        </p:nvSpPr>
        <p:spPr>
          <a:xfrm>
            <a:off x="6049660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EC38ED57-A90D-1FEC-BCD3-69F2431F29E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88062" y="0"/>
            <a:ext cx="6103938" cy="6858000"/>
          </a:xfrm>
          <a:prstGeom prst="rect">
            <a:avLst/>
          </a:prstGeom>
          <a:solidFill>
            <a:schemeClr val="accent3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A3FF5C67-D41D-04B3-E321-C939F38724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678" y="4899085"/>
            <a:ext cx="5329526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/>
              <a:t>Supporting text if applicable. Keep it short and sweet.</a:t>
            </a:r>
          </a:p>
        </p:txBody>
      </p:sp>
    </p:spTree>
    <p:extLst>
      <p:ext uri="{BB962C8B-B14F-4D97-AF65-F5344CB8AC3E}">
        <p14:creationId xmlns:p14="http://schemas.microsoft.com/office/powerpoint/2010/main" val="42084225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pilot feature specif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71918A70-9503-E96C-7F21-F0C5E11DEC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7010" y="1814384"/>
            <a:ext cx="5329526" cy="286043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that is 12 words or less</a:t>
            </a:r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17FBA312-E57F-F278-9A64-CCFA9DD58CC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87010" y="394788"/>
            <a:ext cx="532952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DEB60F22-6FEA-E40C-054D-399149D3E0E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87010" y="4899085"/>
            <a:ext cx="5329526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/>
              <a:t>Supporting text if applicable. Keep it short and sweet.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6F761FA-ABFC-2709-D9A4-285A770143C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6103938" cy="6858000"/>
          </a:xfrm>
          <a:prstGeom prst="rect">
            <a:avLst/>
          </a:prstGeom>
          <a:solidFill>
            <a:schemeClr val="accent3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39CEF6-F6BE-74F6-C7E2-3B1FB8C11D25}"/>
              </a:ext>
            </a:extLst>
          </p:cNvPr>
          <p:cNvSpPr/>
          <p:nvPr userDrawn="1"/>
        </p:nvSpPr>
        <p:spPr>
          <a:xfrm>
            <a:off x="6103336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0834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pilot feature specif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59326D6-64C6-348E-9279-FB16E6BBEA29}"/>
              </a:ext>
            </a:extLst>
          </p:cNvPr>
          <p:cNvSpPr/>
          <p:nvPr userDrawn="1"/>
        </p:nvSpPr>
        <p:spPr>
          <a:xfrm>
            <a:off x="1646961" y="2537246"/>
            <a:ext cx="8898071" cy="4549354"/>
          </a:xfrm>
          <a:prstGeom prst="roundRect">
            <a:avLst>
              <a:gd name="adj" fmla="val 1725"/>
            </a:avLst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Aptos" pitchFamily="2" charset="77"/>
                <a:cs typeface="Aptos" pitchFamily="2" charset="77"/>
              </a:rPr>
              <a:t>Cover this entire rectangle with the product shot / UI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3896C6-8487-9D71-D14D-0618FC4FF6D1}"/>
              </a:ext>
            </a:extLst>
          </p:cNvPr>
          <p:cNvSpPr/>
          <p:nvPr userDrawn="1"/>
        </p:nvSpPr>
        <p:spPr>
          <a:xfrm rot="5400000">
            <a:off x="6077712" y="-6076188"/>
            <a:ext cx="36576" cy="121889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9C0A93AB-65E7-2F9F-A327-9957791E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277951"/>
            <a:ext cx="12188952" cy="1127328"/>
          </a:xfrm>
          <a:prstGeom prst="rect">
            <a:avLst/>
          </a:prstGeom>
        </p:spPr>
        <p:txBody>
          <a:bodyPr anchor="t"/>
          <a:lstStyle>
            <a:lvl1pPr algn="ctr"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</a:t>
            </a:r>
            <a:br>
              <a:rPr lang="en-US"/>
            </a:br>
            <a:r>
              <a:rPr lang="en-US"/>
              <a:t>that is 12 words or less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B2258BF3-25C9-70CC-E9B2-13FC51C67FC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1236" y="263101"/>
            <a:ext cx="5329528" cy="28673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2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</p:spTree>
    <p:extLst>
      <p:ext uri="{BB962C8B-B14F-4D97-AF65-F5344CB8AC3E}">
        <p14:creationId xmlns:p14="http://schemas.microsoft.com/office/powerpoint/2010/main" val="18453648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urity feature specif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D89EC314-9034-41CA-7F9D-FFA5D6F69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678" y="1814384"/>
            <a:ext cx="5329526" cy="286043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that is 12 words or less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2243E505-DF3C-F337-CBC7-E70FEE6C0CC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0678" y="394788"/>
            <a:ext cx="532952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7AB6A4-AA7E-8631-4382-09BBAB795B1E}"/>
              </a:ext>
            </a:extLst>
          </p:cNvPr>
          <p:cNvSpPr/>
          <p:nvPr userDrawn="1"/>
        </p:nvSpPr>
        <p:spPr>
          <a:xfrm>
            <a:off x="6049660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A3FF5C67-D41D-04B3-E321-C939F38724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678" y="4899085"/>
            <a:ext cx="5329526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/>
              <a:t>Supporting text if applicable. Keep it short and sweet.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A2D3F14D-0D4B-4EFB-F398-BFFFBB46F6D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88062" y="0"/>
            <a:ext cx="6103938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948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urity feature specif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59326D6-64C6-348E-9279-FB16E6BBEA29}"/>
              </a:ext>
            </a:extLst>
          </p:cNvPr>
          <p:cNvSpPr/>
          <p:nvPr userDrawn="1"/>
        </p:nvSpPr>
        <p:spPr>
          <a:xfrm>
            <a:off x="1646961" y="2537246"/>
            <a:ext cx="8898071" cy="4549354"/>
          </a:xfrm>
          <a:prstGeom prst="roundRect">
            <a:avLst>
              <a:gd name="adj" fmla="val 1725"/>
            </a:avLst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Aptos" pitchFamily="2" charset="77"/>
                <a:cs typeface="Aptos" pitchFamily="2" charset="77"/>
              </a:rPr>
              <a:t>Cover this entire rectangle with the product shot / UI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3896C6-8487-9D71-D14D-0618FC4FF6D1}"/>
              </a:ext>
            </a:extLst>
          </p:cNvPr>
          <p:cNvSpPr/>
          <p:nvPr userDrawn="1"/>
        </p:nvSpPr>
        <p:spPr>
          <a:xfrm rot="5400000">
            <a:off x="6077712" y="-6076188"/>
            <a:ext cx="36576" cy="121889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9C0A93AB-65E7-2F9F-A327-9957791E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277951"/>
            <a:ext cx="12188952" cy="1127328"/>
          </a:xfrm>
          <a:prstGeom prst="rect">
            <a:avLst/>
          </a:prstGeom>
        </p:spPr>
        <p:txBody>
          <a:bodyPr anchor="t"/>
          <a:lstStyle>
            <a:lvl1pPr algn="ctr"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</a:t>
            </a:r>
            <a:br>
              <a:rPr lang="en-US"/>
            </a:br>
            <a:r>
              <a:rPr lang="en-US"/>
              <a:t>that is 12 words or less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B2258BF3-25C9-70CC-E9B2-13FC51C67FC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1236" y="263101"/>
            <a:ext cx="5329528" cy="28673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2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</p:spTree>
    <p:extLst>
      <p:ext uri="{BB962C8B-B14F-4D97-AF65-F5344CB8AC3E}">
        <p14:creationId xmlns:p14="http://schemas.microsoft.com/office/powerpoint/2010/main" val="9297366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terprise feature specif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D89EC314-9034-41CA-7F9D-FFA5D6F69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678" y="1814384"/>
            <a:ext cx="5329526" cy="286043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that is 12 words or less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2243E505-DF3C-F337-CBC7-E70FEE6C0CC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0678" y="394788"/>
            <a:ext cx="532952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7AB6A4-AA7E-8631-4382-09BBAB795B1E}"/>
              </a:ext>
            </a:extLst>
          </p:cNvPr>
          <p:cNvSpPr/>
          <p:nvPr userDrawn="1"/>
        </p:nvSpPr>
        <p:spPr>
          <a:xfrm>
            <a:off x="6049660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A3FF5C67-D41D-04B3-E321-C939F38724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678" y="4899085"/>
            <a:ext cx="5329526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/>
              <a:t>Supporting text if applicable. Keep it short and sweet.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608E0FD1-CD5E-A504-86F7-8B2F8D1E3CC9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88062" y="0"/>
            <a:ext cx="6103938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8762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terprise feature specif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16924322-F239-A0FF-709F-A1F181CBA489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6103938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71918A70-9503-E96C-7F21-F0C5E11DEC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7010" y="1814384"/>
            <a:ext cx="5329526" cy="286043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that is 12 words or less</a:t>
            </a:r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17FBA312-E57F-F278-9A64-CCFA9DD58CC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87010" y="394788"/>
            <a:ext cx="532952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DEB60F22-6FEA-E40C-054D-399149D3E0E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87010" y="4899085"/>
            <a:ext cx="5329526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/>
              <a:t>Supporting text if applicable. Keep it short and sweet.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39CEF6-F6BE-74F6-C7E2-3B1FB8C11D25}"/>
              </a:ext>
            </a:extLst>
          </p:cNvPr>
          <p:cNvSpPr/>
          <p:nvPr userDrawn="1"/>
        </p:nvSpPr>
        <p:spPr>
          <a:xfrm>
            <a:off x="6103336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9794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terprise feature specif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59326D6-64C6-348E-9279-FB16E6BBEA29}"/>
              </a:ext>
            </a:extLst>
          </p:cNvPr>
          <p:cNvSpPr/>
          <p:nvPr userDrawn="1"/>
        </p:nvSpPr>
        <p:spPr>
          <a:xfrm>
            <a:off x="1646961" y="2537246"/>
            <a:ext cx="8898071" cy="4549354"/>
          </a:xfrm>
          <a:prstGeom prst="roundRect">
            <a:avLst>
              <a:gd name="adj" fmla="val 1725"/>
            </a:avLst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Aptos" pitchFamily="2" charset="77"/>
                <a:cs typeface="Aptos" pitchFamily="2" charset="77"/>
              </a:rPr>
              <a:t>Cover this entire rectangle with the product shot / UI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3896C6-8487-9D71-D14D-0618FC4FF6D1}"/>
              </a:ext>
            </a:extLst>
          </p:cNvPr>
          <p:cNvSpPr/>
          <p:nvPr userDrawn="1"/>
        </p:nvSpPr>
        <p:spPr>
          <a:xfrm rot="5400000">
            <a:off x="6077712" y="-6076188"/>
            <a:ext cx="36576" cy="121889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9C0A93AB-65E7-2F9F-A327-9957791E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277951"/>
            <a:ext cx="12188952" cy="1127328"/>
          </a:xfrm>
          <a:prstGeom prst="rect">
            <a:avLst/>
          </a:prstGeom>
        </p:spPr>
        <p:txBody>
          <a:bodyPr anchor="t"/>
          <a:lstStyle>
            <a:lvl1pPr algn="ctr"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</a:t>
            </a:r>
            <a:br>
              <a:rPr lang="en-US"/>
            </a:br>
            <a:r>
              <a:rPr lang="en-US"/>
              <a:t>that is 12 words or less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B2258BF3-25C9-70CC-E9B2-13FC51C67FC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1236" y="263101"/>
            <a:ext cx="5329528" cy="28673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2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</p:spTree>
    <p:extLst>
      <p:ext uri="{BB962C8B-B14F-4D97-AF65-F5344CB8AC3E}">
        <p14:creationId xmlns:p14="http://schemas.microsoft.com/office/powerpoint/2010/main" val="7489211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pilot Roadmap slide_2 fea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FA752C42-8FFE-E7DC-6F4B-E25EF4A96C4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8809" y="365644"/>
            <a:ext cx="4086100" cy="442635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600" b="0" i="0">
                <a:solidFill>
                  <a:srgbClr val="B6BFB8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8A9C4DCD-EF1F-C3CD-2570-EF693C75FD1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994384" y="4246318"/>
            <a:ext cx="3239551" cy="4572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New feature/tool</a:t>
            </a:r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F9241AAA-8131-726E-B1DB-AAAD8D4021C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994385" y="5358512"/>
            <a:ext cx="3239550" cy="11338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C492EABB-08D4-AC0C-3F73-88250F24E33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25136" y="4246318"/>
            <a:ext cx="3239551" cy="4572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New feature/tool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683D537-28C2-931A-7552-67F3035AF4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725137" y="5358512"/>
            <a:ext cx="3239550" cy="11338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6CCE2E32-8BB9-AC99-A4CA-0D769759AEE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996541" y="4000033"/>
            <a:ext cx="3239550" cy="2285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200" b="0" i="0">
                <a:solidFill>
                  <a:srgbClr val="B6BFB8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Beta / Coming soon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2F71B73-1988-5873-1F14-44AA8F8941A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725137" y="4000033"/>
            <a:ext cx="3239550" cy="2285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200" b="0" i="0">
                <a:solidFill>
                  <a:srgbClr val="B6BFB8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Beta / Coming soon</a:t>
            </a:r>
          </a:p>
        </p:txBody>
      </p:sp>
      <p:sp>
        <p:nvSpPr>
          <p:cNvPr id="27" name="Title 4">
            <a:extLst>
              <a:ext uri="{FF2B5EF4-FFF2-40B4-BE49-F238E27FC236}">
                <a16:creationId xmlns:a16="http://schemas.microsoft.com/office/drawing/2014/main" id="{7D7A8B61-BC0D-4B3F-0558-1874E953EE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70" y="941950"/>
            <a:ext cx="4086099" cy="5550406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Title that should be 10 words or less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3E0C1C-BBFB-5C23-9941-50DB6F241B83}"/>
              </a:ext>
            </a:extLst>
          </p:cNvPr>
          <p:cNvSpPr/>
          <p:nvPr userDrawn="1"/>
        </p:nvSpPr>
        <p:spPr>
          <a:xfrm>
            <a:off x="8461248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3C9200-315C-B256-15DE-34F1CA4FE119}"/>
              </a:ext>
            </a:extLst>
          </p:cNvPr>
          <p:cNvSpPr/>
          <p:nvPr userDrawn="1"/>
        </p:nvSpPr>
        <p:spPr>
          <a:xfrm>
            <a:off x="4724423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5AC0458-901E-D182-3617-D91492821907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4760999" y="0"/>
            <a:ext cx="3694176" cy="3694176"/>
          </a:xfrm>
          <a:prstGeom prst="rect">
            <a:avLst/>
          </a:prstGeom>
          <a:solidFill>
            <a:schemeClr val="accent3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24114CFF-B0A0-A1F7-5DDA-253C84E1C30D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497824" y="0"/>
            <a:ext cx="3694176" cy="3694176"/>
          </a:xfrm>
          <a:prstGeom prst="rect">
            <a:avLst/>
          </a:prstGeom>
          <a:solidFill>
            <a:schemeClr val="accent3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641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urity Roadmap slide_3 features -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6E16561-B8B1-9D14-AD15-7B3274B52B27}"/>
              </a:ext>
            </a:extLst>
          </p:cNvPr>
          <p:cNvSpPr/>
          <p:nvPr userDrawn="1"/>
        </p:nvSpPr>
        <p:spPr>
          <a:xfrm>
            <a:off x="8117893" y="1755648"/>
            <a:ext cx="36576" cy="51023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64EEAE1A-5DA8-56EB-F8EA-26929E8D8A2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6509" y="315963"/>
            <a:ext cx="11671846" cy="442635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600" b="0" i="0">
                <a:solidFill>
                  <a:srgbClr val="5A615C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E0769167-6666-38D4-621D-ED2CDB7679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5242" y="5434006"/>
            <a:ext cx="3508572" cy="4572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New feature/tool</a:t>
            </a:r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39A8D513-B9E9-7B5B-B3D5-A4C690BDF9A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65241" y="5941613"/>
            <a:ext cx="3508572" cy="60042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b="0" i="0">
                <a:solidFill>
                  <a:srgbClr val="5A615C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A76A2BB0-FCD6-2636-7423-16BB5C27207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91201" y="5434006"/>
            <a:ext cx="3610056" cy="4572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New feature/tool</a:t>
            </a:r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04EA0C85-87D4-757E-83C4-5832F27B42D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91200" y="5941613"/>
            <a:ext cx="3610056" cy="60042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b="0" i="0">
                <a:solidFill>
                  <a:srgbClr val="5A615C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6D8116AD-CE22-2D8C-9DE3-F3C77FA0753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71106" y="5434006"/>
            <a:ext cx="3602734" cy="4572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New feature/tool</a:t>
            </a:r>
          </a:p>
        </p:txBody>
      </p:sp>
      <p:sp>
        <p:nvSpPr>
          <p:cNvPr id="34" name="Text Placeholder 23">
            <a:extLst>
              <a:ext uri="{FF2B5EF4-FFF2-40B4-BE49-F238E27FC236}">
                <a16:creationId xmlns:a16="http://schemas.microsoft.com/office/drawing/2014/main" id="{151BA3FC-D378-BC14-12AC-B36B8DDEBA1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71105" y="5941613"/>
            <a:ext cx="3602734" cy="60042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b="0" i="0">
                <a:solidFill>
                  <a:srgbClr val="5A615C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35" name="Text Placeholder 23">
            <a:extLst>
              <a:ext uri="{FF2B5EF4-FFF2-40B4-BE49-F238E27FC236}">
                <a16:creationId xmlns:a16="http://schemas.microsoft.com/office/drawing/2014/main" id="{5B4CF656-7D1C-725E-023D-71287E55915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65241" y="5205470"/>
            <a:ext cx="3508572" cy="2285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200" b="0" i="0">
                <a:solidFill>
                  <a:srgbClr val="5A615C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Beta / Coming soon</a:t>
            </a:r>
          </a:p>
        </p:txBody>
      </p:sp>
      <p:sp>
        <p:nvSpPr>
          <p:cNvPr id="36" name="Text Placeholder 23">
            <a:extLst>
              <a:ext uri="{FF2B5EF4-FFF2-40B4-BE49-F238E27FC236}">
                <a16:creationId xmlns:a16="http://schemas.microsoft.com/office/drawing/2014/main" id="{233DF6E9-5543-2FB0-CA50-1F53ED4A172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291200" y="5187721"/>
            <a:ext cx="3610056" cy="2285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200" b="0" i="0">
                <a:solidFill>
                  <a:srgbClr val="5A615C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Beta / Coming soon</a:t>
            </a:r>
          </a:p>
        </p:txBody>
      </p:sp>
      <p:sp>
        <p:nvSpPr>
          <p:cNvPr id="37" name="Text Placeholder 23">
            <a:extLst>
              <a:ext uri="{FF2B5EF4-FFF2-40B4-BE49-F238E27FC236}">
                <a16:creationId xmlns:a16="http://schemas.microsoft.com/office/drawing/2014/main" id="{19097207-A056-2FD7-F060-385A6EC4EDD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71105" y="5187721"/>
            <a:ext cx="3602734" cy="2285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200" b="0" i="0">
                <a:solidFill>
                  <a:srgbClr val="5A615C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Beta / Coming soon</a:t>
            </a:r>
          </a:p>
        </p:txBody>
      </p:sp>
      <p:sp>
        <p:nvSpPr>
          <p:cNvPr id="38" name="Title 5">
            <a:extLst>
              <a:ext uri="{FF2B5EF4-FFF2-40B4-BE49-F238E27FC236}">
                <a16:creationId xmlns:a16="http://schemas.microsoft.com/office/drawing/2014/main" id="{F59283A9-EF46-CC74-737A-A8DA35AE23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5241" y="896026"/>
            <a:ext cx="11671847" cy="701863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Aptos" pitchFamily="2" charset="77"/>
              </a:defRPr>
            </a:lvl1pPr>
          </a:lstStyle>
          <a:p>
            <a:r>
              <a:rPr lang="en-US"/>
              <a:t>Title that should be 10 words or less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760EA7-4222-D88A-826C-72AA4D4DD8B0}"/>
              </a:ext>
            </a:extLst>
          </p:cNvPr>
          <p:cNvSpPr/>
          <p:nvPr userDrawn="1"/>
        </p:nvSpPr>
        <p:spPr>
          <a:xfrm>
            <a:off x="4041649" y="1755648"/>
            <a:ext cx="36576" cy="51023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D93795-C7C0-7636-091A-A6E374D7AD46}"/>
              </a:ext>
            </a:extLst>
          </p:cNvPr>
          <p:cNvSpPr/>
          <p:nvPr userDrawn="1"/>
        </p:nvSpPr>
        <p:spPr>
          <a:xfrm rot="5400000">
            <a:off x="6077712" y="-4328386"/>
            <a:ext cx="36576" cy="121889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BC815E3-BB59-F649-6CA9-D540D7BF34B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0" y="1784379"/>
            <a:ext cx="4032250" cy="310354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0A1DC661-4272-AC8D-8951-BCB09F14B217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079875" y="1784379"/>
            <a:ext cx="4032250" cy="310354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C7D4584E-4C3C-7308-6D5B-892C90B6695F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8159750" y="1784379"/>
            <a:ext cx="4032250" cy="310354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204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terprise Product on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F39D8AA-00A9-0670-AD3C-169F3A69C11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88062" y="0"/>
            <a:ext cx="6103938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CB63979A-A17F-E938-C84A-1AB2E69FC6A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678" y="4899085"/>
            <a:ext cx="5329526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37D3A4FC-8E41-6E24-0959-8E3974B113A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0678" y="394788"/>
            <a:ext cx="532952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rgbClr val="B6BFB8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Beta / Coming soon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3CD644-844F-AA19-6318-67C80A1643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678" y="1078522"/>
            <a:ext cx="5329526" cy="2860431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The name of the new feature/tool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8338F7-6F56-27F7-EE5C-C77A63AB65A9}"/>
              </a:ext>
            </a:extLst>
          </p:cNvPr>
          <p:cNvSpPr/>
          <p:nvPr userDrawn="1"/>
        </p:nvSpPr>
        <p:spPr>
          <a:xfrm>
            <a:off x="6049660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9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peaker bios (2 speakers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7">
            <a:extLst>
              <a:ext uri="{FF2B5EF4-FFF2-40B4-BE49-F238E27FC236}">
                <a16:creationId xmlns:a16="http://schemas.microsoft.com/office/drawing/2014/main" id="{F3FDF2F6-0C09-B759-ED6E-3BDD87138F69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212954" y="887159"/>
            <a:ext cx="5108757" cy="3245491"/>
          </a:xfrm>
          <a:prstGeom prst="roundRect">
            <a:avLst>
              <a:gd name="adj" fmla="val 4523"/>
            </a:avLst>
          </a:prstGeom>
          <a:noFill/>
          <a:ln>
            <a:solidFill>
              <a:schemeClr val="tx2"/>
            </a:solidFill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1800">
                <a:latin typeface="Aptos" pitchFamily="2" charset="77"/>
              </a:defRPr>
            </a:lvl1pPr>
          </a:lstStyle>
          <a:p>
            <a:r>
              <a:rPr lang="en-US"/>
              <a:t>Photo of speaker</a:t>
            </a:r>
          </a:p>
        </p:txBody>
      </p:sp>
      <p:sp>
        <p:nvSpPr>
          <p:cNvPr id="3" name="Picture Placeholder 17">
            <a:extLst>
              <a:ext uri="{FF2B5EF4-FFF2-40B4-BE49-F238E27FC236}">
                <a16:creationId xmlns:a16="http://schemas.microsoft.com/office/drawing/2014/main" id="{984C9A0B-0D19-5546-B75C-FEC1FABD63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70283" y="887159"/>
            <a:ext cx="5108757" cy="3245491"/>
          </a:xfrm>
          <a:prstGeom prst="roundRect">
            <a:avLst>
              <a:gd name="adj" fmla="val 4523"/>
            </a:avLst>
          </a:prstGeom>
          <a:noFill/>
          <a:ln>
            <a:solidFill>
              <a:schemeClr val="tx2"/>
            </a:solidFill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1800">
                <a:latin typeface="Aptos" pitchFamily="2" charset="77"/>
              </a:defRPr>
            </a:lvl1pPr>
          </a:lstStyle>
          <a:p>
            <a:r>
              <a:rPr lang="en-US"/>
              <a:t>Photo of speaker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347ABF95-5A12-B61E-19CB-B893D566D32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70283" y="5208213"/>
            <a:ext cx="5066689" cy="126695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Write the speaker bio here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01BFB022-2179-4159-D6AB-E98490DA0C4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0284" y="4336037"/>
            <a:ext cx="5066691" cy="538735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2400" b="1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8A57A9A7-E0F4-7827-5DF6-3585E33773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70284" y="4884767"/>
            <a:ext cx="5066690" cy="31008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>
                <a:solidFill>
                  <a:schemeClr val="bg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Position title / Company name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9069A236-613C-7FB0-5EA8-A37EDBDE6A3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55023" y="5208213"/>
            <a:ext cx="5066689" cy="126695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Write the speaker bio here</a:t>
            </a:r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133A6542-358F-68BF-EC8C-3ED656B2CE8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55024" y="4336037"/>
            <a:ext cx="5066691" cy="538735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2400" b="1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1FBE1546-3446-D9B9-3F7B-461085F58DC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55024" y="4884767"/>
            <a:ext cx="5066690" cy="31008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>
                <a:solidFill>
                  <a:schemeClr val="bg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Position title / Company name</a:t>
            </a:r>
          </a:p>
        </p:txBody>
      </p:sp>
    </p:spTree>
    <p:extLst>
      <p:ext uri="{BB962C8B-B14F-4D97-AF65-F5344CB8AC3E}">
        <p14:creationId xmlns:p14="http://schemas.microsoft.com/office/powerpoint/2010/main" val="3891562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Subtit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934219-9B18-8925-0B79-BF8DB5FD4165}"/>
              </a:ext>
            </a:extLst>
          </p:cNvPr>
          <p:cNvSpPr txBox="1"/>
          <p:nvPr/>
        </p:nvSpPr>
        <p:spPr>
          <a:xfrm>
            <a:off x="9356271" y="-1045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51F7D6A9-0B03-B598-268C-7410B09FF4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0436" y="5159829"/>
            <a:ext cx="10818832" cy="990019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18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Subtitle information here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B8BD3C84-FADE-BF52-5760-D3D87F6A37D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0435" y="708152"/>
            <a:ext cx="10818831" cy="3693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EF8970-F0DD-E62A-43D3-7E11393071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436" y="1273358"/>
            <a:ext cx="10818832" cy="3217000"/>
          </a:xfrm>
        </p:spPr>
        <p:txBody>
          <a:bodyPr anchor="t">
            <a:noAutofit/>
          </a:bodyPr>
          <a:lstStyle>
            <a:lvl1pPr algn="l">
              <a:defRPr sz="4800"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Title should be less than 10 words</a:t>
            </a:r>
          </a:p>
        </p:txBody>
      </p:sp>
    </p:spTree>
    <p:extLst>
      <p:ext uri="{BB962C8B-B14F-4D97-AF65-F5344CB8AC3E}">
        <p14:creationId xmlns:p14="http://schemas.microsoft.com/office/powerpoint/2010/main" val="1631373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statement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6105375C-8468-A60A-35F4-F2E865BCA2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37524" y="1957715"/>
            <a:ext cx="3239551" cy="457200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1</a:t>
            </a:r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880850F9-DBA5-87B5-AFD9-06937D861D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37525" y="2432664"/>
            <a:ext cx="3239550" cy="914400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11" name="Picture Placeholder 24">
            <a:extLst>
              <a:ext uri="{FF2B5EF4-FFF2-40B4-BE49-F238E27FC236}">
                <a16:creationId xmlns:a16="http://schemas.microsoft.com/office/drawing/2014/main" id="{EB5D7FED-59FD-275C-B51E-A317DA91E5A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637525" y="1418460"/>
            <a:ext cx="365760" cy="365760"/>
          </a:xfr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3F452737-E01C-517A-4B05-910B9B6DCF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37524" y="4139883"/>
            <a:ext cx="3239551" cy="457200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3</a:t>
            </a:r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4D081FFC-16E5-7744-FD3D-9E04413B3B5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37525" y="4614832"/>
            <a:ext cx="3239550" cy="914400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14" name="Picture Placeholder 24">
            <a:extLst>
              <a:ext uri="{FF2B5EF4-FFF2-40B4-BE49-F238E27FC236}">
                <a16:creationId xmlns:a16="http://schemas.microsoft.com/office/drawing/2014/main" id="{CE225B63-8F69-3259-9E10-F34A10DAC56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637525" y="3600628"/>
            <a:ext cx="365760" cy="365760"/>
          </a:xfr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E87E6B0B-83D1-4AA0-E720-5C62B8601C1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32207" y="1957715"/>
            <a:ext cx="3239551" cy="457200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2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31FE0450-DA87-2749-0CF7-CA6E4DDB4E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332208" y="2432664"/>
            <a:ext cx="3239550" cy="914400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24" name="Picture Placeholder 24">
            <a:extLst>
              <a:ext uri="{FF2B5EF4-FFF2-40B4-BE49-F238E27FC236}">
                <a16:creationId xmlns:a16="http://schemas.microsoft.com/office/drawing/2014/main" id="{2CBF0351-2BE0-7A68-1357-B289321082E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332208" y="1418460"/>
            <a:ext cx="365760" cy="365760"/>
          </a:xfr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219DD41-C1D8-75E3-C46D-A28B1FFE9FF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32207" y="4139883"/>
            <a:ext cx="3239551" cy="457200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4</a:t>
            </a:r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03229E1C-F844-A238-49DB-038A784709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32208" y="4614832"/>
            <a:ext cx="3239550" cy="914400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29" name="Picture Placeholder 24">
            <a:extLst>
              <a:ext uri="{FF2B5EF4-FFF2-40B4-BE49-F238E27FC236}">
                <a16:creationId xmlns:a16="http://schemas.microsoft.com/office/drawing/2014/main" id="{AC66BFF0-7E82-C663-C55A-2FC7CDFBC16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8332208" y="3600628"/>
            <a:ext cx="365760" cy="365760"/>
          </a:xfr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BB2AB4-C828-3430-78EB-DEBABFA1C0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437" y="1957715"/>
            <a:ext cx="3461954" cy="3515101"/>
          </a:xfrm>
        </p:spPr>
        <p:txBody>
          <a:bodyPr anchor="t">
            <a:noAutofit/>
          </a:bodyPr>
          <a:lstStyle>
            <a:lvl1pPr algn="l">
              <a:defRPr sz="4800"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Title should be less than 10 words</a:t>
            </a:r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68AEC395-7F97-4BE3-5FE1-60D8D627C49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0436" y="1426607"/>
            <a:ext cx="3461954" cy="36576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3604848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rowser Screenshot 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C33D682-D6C7-BB0B-E7A1-27EB07B2149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52601" y="272307"/>
            <a:ext cx="8686800" cy="1026260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Statement</a:t>
            </a:r>
          </a:p>
        </p:txBody>
      </p:sp>
      <p:sp>
        <p:nvSpPr>
          <p:cNvPr id="2" name="Picture Placeholder 17">
            <a:extLst>
              <a:ext uri="{FF2B5EF4-FFF2-40B4-BE49-F238E27FC236}">
                <a16:creationId xmlns:a16="http://schemas.microsoft.com/office/drawing/2014/main" id="{B638C55F-4F51-F341-6897-942CDD853FE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752599" y="1932318"/>
            <a:ext cx="8686799" cy="49256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lumOff val="5000"/>
            </a:schemeClr>
          </a:solidFill>
          <a:ln>
            <a:noFill/>
          </a:ln>
          <a:effectLst/>
        </p:spPr>
        <p:txBody>
          <a:bodyPr anchor="ctr"/>
          <a:lstStyle>
            <a:lvl1pPr algn="ctr">
              <a:defRPr sz="1200">
                <a:latin typeface="Aptos" pitchFamily="2" charset="77"/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screenshot</a:t>
            </a: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7E64FA12-7867-1868-4C73-36438FFA82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52600" y="1469134"/>
            <a:ext cx="8686798" cy="48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825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rowser Screenshot 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DE226210-E3AE-F559-CE3E-71798445EE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316179" y="780228"/>
            <a:ext cx="9559641" cy="532633"/>
          </a:xfrm>
          <a:prstGeom prst="rect">
            <a:avLst/>
          </a:prstGeom>
        </p:spPr>
      </p:pic>
      <p:sp>
        <p:nvSpPr>
          <p:cNvPr id="6" name="Picture Placeholder 17">
            <a:extLst>
              <a:ext uri="{FF2B5EF4-FFF2-40B4-BE49-F238E27FC236}">
                <a16:creationId xmlns:a16="http://schemas.microsoft.com/office/drawing/2014/main" id="{CBD43E14-4F9E-7FFC-4AAE-2567E350367F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16179" y="1296234"/>
            <a:ext cx="9553250" cy="556176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lumOff val="5000"/>
            </a:schemeClr>
          </a:solidFill>
          <a:ln>
            <a:noFill/>
          </a:ln>
          <a:effectLst/>
        </p:spPr>
        <p:txBody>
          <a:bodyPr anchor="ctr"/>
          <a:lstStyle>
            <a:lvl1pPr algn="ctr">
              <a:defRPr sz="1200">
                <a:latin typeface="Aptos" pitchFamily="2" charset="77"/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screenshot</a:t>
            </a:r>
          </a:p>
        </p:txBody>
      </p:sp>
    </p:spTree>
    <p:extLst>
      <p:ext uri="{BB962C8B-B14F-4D97-AF65-F5344CB8AC3E}">
        <p14:creationId xmlns:p14="http://schemas.microsoft.com/office/powerpoint/2010/main" val="405204180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owser  + one statement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7">
            <a:extLst>
              <a:ext uri="{FF2B5EF4-FFF2-40B4-BE49-F238E27FC236}">
                <a16:creationId xmlns:a16="http://schemas.microsoft.com/office/drawing/2014/main" id="{ECEB7E09-F65B-E646-C7C1-3FA885EE7C8D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4714389" y="1093319"/>
            <a:ext cx="7477611" cy="506352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lumOff val="5000"/>
            </a:schemeClr>
          </a:solidFill>
          <a:ln>
            <a:noFill/>
          </a:ln>
          <a:effectLst/>
        </p:spPr>
        <p:txBody>
          <a:bodyPr anchor="ctr"/>
          <a:lstStyle>
            <a:lvl1pPr algn="ctr">
              <a:defRPr sz="1200">
                <a:latin typeface="Aptos" pitchFamily="2" charset="77"/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screenshot</a:t>
            </a: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0D0131A4-66AF-9252-C050-4A1BFC918C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714389" y="619505"/>
            <a:ext cx="8588275" cy="478511"/>
          </a:xfrm>
          <a:prstGeom prst="rect">
            <a:avLst/>
          </a:prstGeom>
        </p:spPr>
      </p:pic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D133B315-FB64-194A-87A0-429B84B99B3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8765" y="4406716"/>
            <a:ext cx="3212749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B078373A-3B9F-DB44-BBFF-036E9257E0F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8765" y="887157"/>
            <a:ext cx="321274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193039-BF81-F4D1-2A15-937C5E3F83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4838" y="1573760"/>
            <a:ext cx="3212747" cy="2685089"/>
          </a:xfrm>
        </p:spPr>
        <p:txBody>
          <a:bodyPr anchor="t"/>
          <a:lstStyle/>
          <a:p>
            <a:r>
              <a:rPr lang="en-US"/>
              <a:t>Statement that should be 10 words or less</a:t>
            </a:r>
          </a:p>
        </p:txBody>
      </p:sp>
    </p:spTree>
    <p:extLst>
      <p:ext uri="{BB962C8B-B14F-4D97-AF65-F5344CB8AC3E}">
        <p14:creationId xmlns:p14="http://schemas.microsoft.com/office/powerpoint/2010/main" val="166216520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owser + two statement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7">
            <a:extLst>
              <a:ext uri="{FF2B5EF4-FFF2-40B4-BE49-F238E27FC236}">
                <a16:creationId xmlns:a16="http://schemas.microsoft.com/office/drawing/2014/main" id="{C2C150FA-A4CA-8395-791F-9D0E796D9E12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634753" y="966034"/>
            <a:ext cx="7477611" cy="506352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lumOff val="5000"/>
            </a:schemeClr>
          </a:solidFill>
          <a:ln>
            <a:noFill/>
          </a:ln>
          <a:effectLst/>
        </p:spPr>
        <p:txBody>
          <a:bodyPr anchor="ctr"/>
          <a:lstStyle>
            <a:lvl1pPr algn="ctr">
              <a:defRPr sz="1200">
                <a:latin typeface="Aptos" pitchFamily="2" charset="77"/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screenshot</a:t>
            </a:r>
          </a:p>
        </p:txBody>
      </p:sp>
      <p:pic>
        <p:nvPicPr>
          <p:cNvPr id="10" name="Picture 7">
            <a:extLst>
              <a:ext uri="{FF2B5EF4-FFF2-40B4-BE49-F238E27FC236}">
                <a16:creationId xmlns:a16="http://schemas.microsoft.com/office/drawing/2014/main" id="{FF359A12-80F5-3CE1-0CBE-00661609E8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634753" y="492220"/>
            <a:ext cx="8588275" cy="47851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64D961E-D8F1-1621-0B65-EF22EBFBFA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58381" y="963376"/>
            <a:ext cx="5378032" cy="198493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600"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Title should be less than 10 words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2474E636-F179-E536-9454-DE09228009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8381" y="4422499"/>
            <a:ext cx="2511761" cy="52795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1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CE169238-2E1E-D6F8-F1D2-A248C049870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8382" y="4973649"/>
            <a:ext cx="2511760" cy="105591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Try your best to keep your description no more than three lines</a:t>
            </a:r>
          </a:p>
        </p:txBody>
      </p:sp>
      <p:sp>
        <p:nvSpPr>
          <p:cNvPr id="8" name="Picture Placeholder 24">
            <a:extLst>
              <a:ext uri="{FF2B5EF4-FFF2-40B4-BE49-F238E27FC236}">
                <a16:creationId xmlns:a16="http://schemas.microsoft.com/office/drawing/2014/main" id="{8FBCA652-A806-87EE-B85F-BCFDB1B4066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58382" y="3883245"/>
            <a:ext cx="365760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73709F95-17EA-8C2B-E043-7CB31556A6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624652" y="4422499"/>
            <a:ext cx="2511762" cy="52795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2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7213201B-9B16-0B3D-E146-6B725E1AF60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624653" y="4973649"/>
            <a:ext cx="2511760" cy="105591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Try your best to keep your description no more than three lines</a:t>
            </a:r>
          </a:p>
        </p:txBody>
      </p:sp>
      <p:sp>
        <p:nvSpPr>
          <p:cNvPr id="18" name="Picture Placeholder 24">
            <a:extLst>
              <a:ext uri="{FF2B5EF4-FFF2-40B4-BE49-F238E27FC236}">
                <a16:creationId xmlns:a16="http://schemas.microsoft.com/office/drawing/2014/main" id="{9465DD82-942D-4363-BDF8-DEBD3E0B5B00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624652" y="3883245"/>
            <a:ext cx="365760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7717653C-80DF-3DD2-FC16-37BB8FC2866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8380" y="574423"/>
            <a:ext cx="5378031" cy="36576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36104179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5F1EC-3A13-53FB-5BE1-FE8397107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C1600-67CE-38EE-94AF-D15DE0BD3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2FEF2-AA1A-8A44-DE54-9BC21EF6D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41548-EEBD-484A-8F9F-D35582DE472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48030-01A6-2FD0-850A-7FBBF861C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D9D4B-4485-F612-382F-EFC31BB1B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9A086-BFC2-4CFE-8829-1F6226ADC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3576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white gradient&#10;&#10;AI-generated content may be incorrect.">
            <a:extLst>
              <a:ext uri="{FF2B5EF4-FFF2-40B4-BE49-F238E27FC236}">
                <a16:creationId xmlns:a16="http://schemas.microsoft.com/office/drawing/2014/main" id="{B1434823-A993-4891-D507-11A7222B1F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blue rectangle in a black background&#10;&#10;AI-generated content may be incorrect.">
            <a:extLst>
              <a:ext uri="{FF2B5EF4-FFF2-40B4-BE49-F238E27FC236}">
                <a16:creationId xmlns:a16="http://schemas.microsoft.com/office/drawing/2014/main" id="{958AAFC2-54C0-8004-C214-941FE32D11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40412" y="1820590"/>
            <a:ext cx="2884729" cy="82981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C840639-8979-42F9-CF5B-5F471C757C54}"/>
              </a:ext>
            </a:extLst>
          </p:cNvPr>
          <p:cNvSpPr txBox="1"/>
          <p:nvPr userDrawn="1"/>
        </p:nvSpPr>
        <p:spPr>
          <a:xfrm>
            <a:off x="4358263" y="2321003"/>
            <a:ext cx="6535406" cy="221599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sz="9000" b="1" i="0" spc="-150">
                <a:solidFill>
                  <a:schemeClr val="bg1"/>
                </a:solidFill>
                <a:latin typeface="Aptos" pitchFamily="2" charset="77"/>
              </a:rPr>
              <a:t>Thank you</a:t>
            </a:r>
          </a:p>
          <a:p>
            <a:pPr algn="l"/>
            <a:r>
              <a:rPr lang="en-US" sz="4800" b="1" i="0" spc="-150">
                <a:solidFill>
                  <a:schemeClr val="bg1"/>
                </a:solidFill>
                <a:latin typeface="Aptos" pitchFamily="2" charset="77"/>
              </a:rPr>
              <a:t>gh.io/copilot</a:t>
            </a:r>
          </a:p>
        </p:txBody>
      </p:sp>
    </p:spTree>
    <p:extLst>
      <p:ext uri="{BB962C8B-B14F-4D97-AF65-F5344CB8AC3E}">
        <p14:creationId xmlns:p14="http://schemas.microsoft.com/office/powerpoint/2010/main" val="2218012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2AF196B8-1D58-272E-5E41-AE317E99E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6614" y="550334"/>
            <a:ext cx="2596138" cy="3061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457109" rtl="0" eaLnBrk="1" latinLnBrk="0" hangingPunct="1">
              <a:lnSpc>
                <a:spcPts val="1800"/>
              </a:lnSpc>
              <a:buNone/>
              <a:defRPr lang="en-US" sz="1200" b="0" i="0" kern="0" spc="-28" baseline="0" dirty="0">
                <a:solidFill>
                  <a:schemeClr val="tx2"/>
                </a:solidFill>
                <a:latin typeface="Segoe UI Semibold" panose="020B0702040204020203" pitchFamily="34" charset="0"/>
                <a:ea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indent="0" algn="l">
              <a:lnSpc>
                <a:spcPts val="1800"/>
              </a:lnSpc>
              <a:buNone/>
            </a:pPr>
            <a:r>
              <a:rPr lang="en-US" sz="1400" kern="0" spc="-28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Product name</a:t>
            </a:r>
            <a:endParaRPr lang="en-US" sz="1400">
              <a:solidFill>
                <a:schemeClr val="bg2"/>
              </a:solidFill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A8075CD2-771E-032E-859A-DE98AE8BEE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6614" y="854500"/>
            <a:ext cx="2596138" cy="36580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600" b="0" i="0" kern="0" spc="-36" baseline="0" dirty="0" smtClean="0">
                <a:solidFill>
                  <a:schemeClr val="tx1"/>
                </a:solidFill>
                <a:latin typeface="+mn-lt"/>
                <a:ea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indent="0" algn="l">
              <a:lnSpc>
                <a:spcPts val="22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Demo title</a:t>
            </a:r>
            <a:endParaRPr lang="en-U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381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ilot Product on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F39D8AA-00A9-0670-AD3C-169F3A69C11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88062" y="0"/>
            <a:ext cx="6103938" cy="6858000"/>
          </a:xfrm>
          <a:prstGeom prst="rect">
            <a:avLst/>
          </a:prstGeom>
          <a:solidFill>
            <a:schemeClr val="accent3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CB63979A-A17F-E938-C84A-1AB2E69FC6A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678" y="4899085"/>
            <a:ext cx="5329526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37D3A4FC-8E41-6E24-0959-8E3974B113A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0678" y="394788"/>
            <a:ext cx="532952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rgbClr val="B6BFB8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Beta / Coming soon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3CD644-844F-AA19-6318-67C80A1643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678" y="1078522"/>
            <a:ext cx="5329526" cy="2860431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The name of the new feature/tool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8338F7-6F56-27F7-EE5C-C77A63AB65A9}"/>
              </a:ext>
            </a:extLst>
          </p:cNvPr>
          <p:cNvSpPr/>
          <p:nvPr userDrawn="1"/>
        </p:nvSpPr>
        <p:spPr>
          <a:xfrm>
            <a:off x="6049660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356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urity feature specif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2CE00D18-58A3-619E-6372-329E8F278A4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0" y="0"/>
            <a:ext cx="6103938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71918A70-9503-E96C-7F21-F0C5E11DEC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7010" y="1814384"/>
            <a:ext cx="5329526" cy="286043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that is 12 words or less</a:t>
            </a:r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17FBA312-E57F-F278-9A64-CCFA9DD58CC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87010" y="394788"/>
            <a:ext cx="532952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DEB60F22-6FEA-E40C-054D-399149D3E0E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87010" y="4899085"/>
            <a:ext cx="5329526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/>
              <a:t>Supporting text if applicable. Keep it short and sweet.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39CEF6-F6BE-74F6-C7E2-3B1FB8C11D25}"/>
              </a:ext>
            </a:extLst>
          </p:cNvPr>
          <p:cNvSpPr/>
          <p:nvPr userDrawn="1"/>
        </p:nvSpPr>
        <p:spPr>
          <a:xfrm>
            <a:off x="6103336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5888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urity feature specif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D89EC314-9034-41CA-7F9D-FFA5D6F69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678" y="1814384"/>
            <a:ext cx="5329526" cy="286043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that is 12 words or less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2243E505-DF3C-F337-CBC7-E70FEE6C0CC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0678" y="394788"/>
            <a:ext cx="532952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7AB6A4-AA7E-8631-4382-09BBAB795B1E}"/>
              </a:ext>
            </a:extLst>
          </p:cNvPr>
          <p:cNvSpPr/>
          <p:nvPr userDrawn="1"/>
        </p:nvSpPr>
        <p:spPr>
          <a:xfrm>
            <a:off x="6049660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A3FF5C67-D41D-04B3-E321-C939F38724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678" y="4899085"/>
            <a:ext cx="5329526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/>
              <a:t>Supporting text if applicable. Keep it short and sweet.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A2D3F14D-0D4B-4EFB-F398-BFFFBB46F6D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88062" y="0"/>
            <a:ext cx="6103938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53537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urity feature specif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59326D6-64C6-348E-9279-FB16E6BBEA29}"/>
              </a:ext>
            </a:extLst>
          </p:cNvPr>
          <p:cNvSpPr/>
          <p:nvPr userDrawn="1"/>
        </p:nvSpPr>
        <p:spPr>
          <a:xfrm>
            <a:off x="1646961" y="2537246"/>
            <a:ext cx="8898071" cy="4549354"/>
          </a:xfrm>
          <a:prstGeom prst="roundRect">
            <a:avLst>
              <a:gd name="adj" fmla="val 1725"/>
            </a:avLst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Aptos" pitchFamily="2" charset="77"/>
                <a:cs typeface="Aptos" pitchFamily="2" charset="77"/>
              </a:rPr>
              <a:t>Cover this entire rectangle with the product shot / UI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3896C6-8487-9D71-D14D-0618FC4FF6D1}"/>
              </a:ext>
            </a:extLst>
          </p:cNvPr>
          <p:cNvSpPr/>
          <p:nvPr userDrawn="1"/>
        </p:nvSpPr>
        <p:spPr>
          <a:xfrm rot="5400000">
            <a:off x="6077712" y="-6076188"/>
            <a:ext cx="36576" cy="121889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9C0A93AB-65E7-2F9F-A327-9957791E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277951"/>
            <a:ext cx="12188952" cy="1127328"/>
          </a:xfrm>
          <a:prstGeom prst="rect">
            <a:avLst/>
          </a:prstGeom>
        </p:spPr>
        <p:txBody>
          <a:bodyPr anchor="t"/>
          <a:lstStyle>
            <a:lvl1pPr algn="ctr"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</a:t>
            </a:r>
            <a:br>
              <a:rPr lang="en-US"/>
            </a:br>
            <a:r>
              <a:rPr lang="en-US"/>
              <a:t>that is 12 words or less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B2258BF3-25C9-70CC-E9B2-13FC51C67FC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1236" y="263101"/>
            <a:ext cx="5329528" cy="28673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2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</p:spTree>
    <p:extLst>
      <p:ext uri="{BB962C8B-B14F-4D97-AF65-F5344CB8AC3E}">
        <p14:creationId xmlns:p14="http://schemas.microsoft.com/office/powerpoint/2010/main" val="39396869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79134B-F8BD-AF84-FC8F-B01F81F73C1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BBF8ABC-61EB-DB2E-3AFE-76A947CAA4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15035" y="1392319"/>
            <a:ext cx="9039106" cy="40733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6000"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78175981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rge statemen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D297C2-5418-53A0-4896-D3DF23A984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3B4A32-ECA6-046E-1DE4-D4275E8AE1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5200" y="1392321"/>
            <a:ext cx="10181601" cy="40733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5998"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Large Statement</a:t>
            </a:r>
          </a:p>
        </p:txBody>
      </p:sp>
    </p:spTree>
    <p:extLst>
      <p:ext uri="{BB962C8B-B14F-4D97-AF65-F5344CB8AC3E}">
        <p14:creationId xmlns:p14="http://schemas.microsoft.com/office/powerpoint/2010/main" val="382329604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oadmap slide_1 feature stacked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D66609-CC3C-9FFB-681F-7C5BE88A3C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38309"/>
          <a:stretch>
            <a:fillRect/>
          </a:stretch>
        </p:blipFill>
        <p:spPr>
          <a:xfrm>
            <a:off x="-64" y="2627377"/>
            <a:ext cx="12192127" cy="4229732"/>
          </a:xfrm>
          <a:prstGeom prst="rect">
            <a:avLst/>
          </a:prstGeom>
        </p:spPr>
      </p:pic>
      <p:sp>
        <p:nvSpPr>
          <p:cNvPr id="3" name="Picture Placeholder 20">
            <a:extLst>
              <a:ext uri="{FF2B5EF4-FFF2-40B4-BE49-F238E27FC236}">
                <a16:creationId xmlns:a16="http://schemas.microsoft.com/office/drawing/2014/main" id="{7C2B2D0B-3DF8-E88D-2E48-D387F867400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69820" y="3147473"/>
            <a:ext cx="10655535" cy="6428741"/>
          </a:xfrm>
          <a:prstGeom prst="roundRect">
            <a:avLst>
              <a:gd name="adj" fmla="val 2672"/>
            </a:avLst>
          </a:prstGeom>
          <a:solidFill>
            <a:schemeClr val="tx2"/>
          </a:solidFill>
          <a:ln>
            <a:noFill/>
          </a:ln>
        </p:spPr>
        <p:txBody>
          <a:bodyPr/>
          <a:lstStyle>
            <a:lvl1pPr algn="ctr">
              <a:defRPr b="0" i="0">
                <a:latin typeface="Mona Sans" pitchFamily="2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5B1A28-2AE4-D9F2-F22F-7969CE329140}"/>
              </a:ext>
            </a:extLst>
          </p:cNvPr>
          <p:cNvSpPr/>
          <p:nvPr userDrawn="1"/>
        </p:nvSpPr>
        <p:spPr>
          <a:xfrm>
            <a:off x="-64" y="2627376"/>
            <a:ext cx="12192127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6345DBC2-1000-6AA6-48F5-8139726DE02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449935" y="192962"/>
            <a:ext cx="5292128" cy="44855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Beta / Coming soon / GA / Q120XX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68DFC8AC-7EA9-216E-0677-57987A765EE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336775" y="1185900"/>
            <a:ext cx="7518452" cy="1226592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0" i="0">
                <a:latin typeface="Mona Sans Display" pitchFamily="2" charset="77"/>
                <a:cs typeface="Mona Sans Display" pitchFamily="2" charset="77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A value prop in sentence case that is 12 words or less</a:t>
            </a:r>
          </a:p>
        </p:txBody>
      </p:sp>
    </p:spTree>
    <p:extLst>
      <p:ext uri="{BB962C8B-B14F-4D97-AF65-F5344CB8AC3E}">
        <p14:creationId xmlns:p14="http://schemas.microsoft.com/office/powerpoint/2010/main" val="14787549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image stacked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FB48DDF7-AECB-429E-30C3-63D9A783C5F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05234" y="2332944"/>
            <a:ext cx="11377970" cy="3702731"/>
          </a:xfrm>
          <a:prstGeom prst="roundRect">
            <a:avLst>
              <a:gd name="adj" fmla="val 2301"/>
            </a:avLst>
          </a:prstGeom>
          <a:solidFill>
            <a:schemeClr val="tx2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1BD51200-706F-8BEB-8FEA-885B00BD21D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2442" y="398216"/>
            <a:ext cx="11391691" cy="36576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1400" b="0" i="0" cap="all" baseline="0">
                <a:solidFill>
                  <a:schemeClr val="bg2"/>
                </a:solidFill>
                <a:latin typeface="Mona Sans Mono" pitchFamily="2" charset="77"/>
                <a:cs typeface="Arial" panose="020B0604020202020204" pitchFamily="34" charset="0"/>
              </a:defRPr>
            </a:lvl1pPr>
            <a:lvl2pPr marL="457017" indent="0">
              <a:buNone/>
              <a:defRPr/>
            </a:lvl2pPr>
            <a:lvl3pPr marL="914034" indent="0">
              <a:buNone/>
              <a:defRPr/>
            </a:lvl3pPr>
            <a:lvl4pPr marL="1371051" indent="0">
              <a:buNone/>
              <a:defRPr/>
            </a:lvl4pPr>
            <a:lvl5pPr marL="1828068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D4E1238-CA0E-8DAD-9C8A-CD2ACBBAD58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2442" y="796205"/>
            <a:ext cx="11387245" cy="1133856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>
                <a:latin typeface="+mj-lt"/>
              </a:defRPr>
            </a:lvl1pPr>
          </a:lstStyle>
          <a:p>
            <a:pPr lvl="0"/>
            <a:r>
              <a:rPr lang="en-US"/>
              <a:t>Title should be less than 10 words</a:t>
            </a:r>
          </a:p>
        </p:txBody>
      </p:sp>
    </p:spTree>
    <p:extLst>
      <p:ext uri="{BB962C8B-B14F-4D97-AF65-F5344CB8AC3E}">
        <p14:creationId xmlns:p14="http://schemas.microsoft.com/office/powerpoint/2010/main" val="3701579283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">
    <p:bg>
      <p:bgPr>
        <a:solidFill>
          <a:srgbClr val="10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3F0248E-07E8-06F9-9AAF-0C1CD16713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63" y="6437150"/>
            <a:ext cx="12192127" cy="182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BEE7DE-452C-214F-7F38-C14C82A42B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784986" y="6455664"/>
            <a:ext cx="9146" cy="402336"/>
          </a:xfrm>
          <a:prstGeom prst="rect">
            <a:avLst/>
          </a:prstGeom>
          <a:solidFill>
            <a:srgbClr val="9096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D7749530-64E1-E47A-E8E6-06385AE55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62915" y="6530994"/>
            <a:ext cx="260367" cy="251679"/>
          </a:xfrm>
          <a:prstGeom prst="rect">
            <a:avLst/>
          </a:prstGeom>
        </p:spPr>
      </p:pic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47249D01-C24C-14C8-0425-CFAD66343A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188962" y="6595278"/>
            <a:ext cx="11498032" cy="123111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800" cap="all" baseline="0">
                <a:solidFill>
                  <a:schemeClr val="bg2"/>
                </a:solidFill>
                <a:latin typeface="Mona Sans Mono" pitchFamily="2" charset="77"/>
                <a:cs typeface="Mona Sans Mono" pitchFamily="2" charset="77"/>
              </a:defRPr>
            </a:lvl1pPr>
          </a:lstStyle>
          <a:p>
            <a:pPr lvl="0"/>
            <a:r>
              <a:rPr lang="en-US"/>
              <a:t>OPTIONAL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92EC6E-F38D-2EB6-3559-4D76ED1638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7364" y="419100"/>
            <a:ext cx="11415126" cy="6017824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9600"/>
            </a:lvl1pPr>
          </a:lstStyle>
          <a:p>
            <a:pPr lvl="0"/>
            <a:r>
              <a:rPr lang="en-US"/>
              <a:t>Section name</a:t>
            </a:r>
          </a:p>
        </p:txBody>
      </p:sp>
    </p:spTree>
    <p:extLst>
      <p:ext uri="{BB962C8B-B14F-4D97-AF65-F5344CB8AC3E}">
        <p14:creationId xmlns:p14="http://schemas.microsoft.com/office/powerpoint/2010/main" val="25130284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2667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78EB23-30EC-D9A5-D09F-EBD7B052A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7FA7F-82B9-D117-26CB-9657C199A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58781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6" r:id="rId10"/>
    <p:sldLayoutId id="2147483778" r:id="rId11"/>
    <p:sldLayoutId id="2147483780" r:id="rId12"/>
    <p:sldLayoutId id="2147483782" r:id="rId13"/>
    <p:sldLayoutId id="2147483786" r:id="rId14"/>
    <p:sldLayoutId id="2147483787" r:id="rId15"/>
    <p:sldLayoutId id="2147483789" r:id="rId16"/>
    <p:sldLayoutId id="2147483791" r:id="rId17"/>
    <p:sldLayoutId id="2147483793" r:id="rId18"/>
    <p:sldLayoutId id="2147483839" r:id="rId19"/>
    <p:sldLayoutId id="2147483842" r:id="rId20"/>
    <p:sldLayoutId id="2147483844" r:id="rId21"/>
    <p:sldLayoutId id="2147483686" r:id="rId22"/>
    <p:sldLayoutId id="2147483764" r:id="rId23"/>
    <p:sldLayoutId id="2147483702" r:id="rId24"/>
    <p:sldLayoutId id="2147483703" r:id="rId25"/>
    <p:sldLayoutId id="2147483704" r:id="rId26"/>
    <p:sldLayoutId id="2147483705" r:id="rId27"/>
    <p:sldLayoutId id="2147483707" r:id="rId28"/>
    <p:sldLayoutId id="2147483708" r:id="rId29"/>
    <p:sldLayoutId id="2147483709" r:id="rId30"/>
    <p:sldLayoutId id="2147483710" r:id="rId31"/>
    <p:sldLayoutId id="2147483713" r:id="rId32"/>
    <p:sldLayoutId id="2147483722" r:id="rId33"/>
    <p:sldLayoutId id="2147483723" r:id="rId34"/>
    <p:sldLayoutId id="2147483739" r:id="rId35"/>
    <p:sldLayoutId id="2147483742" r:id="rId36"/>
    <p:sldLayoutId id="2147483745" r:id="rId37"/>
    <p:sldLayoutId id="2147483753" r:id="rId38"/>
    <p:sldLayoutId id="2147483754" r:id="rId39"/>
    <p:sldLayoutId id="2147483755" r:id="rId40"/>
    <p:sldLayoutId id="2147483756" r:id="rId41"/>
    <p:sldLayoutId id="2147483859" r:id="rId42"/>
    <p:sldLayoutId id="2147483860" r:id="rId43"/>
    <p:sldLayoutId id="2147483866" r:id="rId44"/>
    <p:sldLayoutId id="2147483903" r:id="rId45"/>
    <p:sldLayoutId id="2147483904" r:id="rId46"/>
    <p:sldLayoutId id="2147483905" r:id="rId47"/>
    <p:sldLayoutId id="2147483906" r:id="rId48"/>
    <p:sldLayoutId id="2147483907" r:id="rId49"/>
    <p:sldLayoutId id="2147483909" r:id="rId50"/>
    <p:sldLayoutId id="2147483910" r:id="rId51"/>
    <p:sldLayoutId id="2147483911" r:id="rId52"/>
    <p:sldLayoutId id="2147483912" r:id="rId53"/>
    <p:sldLayoutId id="2147483913" r:id="rId5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Aptos" pitchFamily="2" charset="77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200" kern="1200">
          <a:solidFill>
            <a:schemeClr val="tx1"/>
          </a:solidFill>
          <a:latin typeface="Aptos" pitchFamily="2" charset="77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ptos" pitchFamily="2" charset="77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ptos" pitchFamily="2" charset="77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ptos" pitchFamily="2" charset="77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ptos" pitchFamily="2" charset="77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19.svg"/><Relationship Id="rId21" Type="http://schemas.openxmlformats.org/officeDocument/2006/relationships/image" Target="../media/image37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23" Type="http://schemas.openxmlformats.org/officeDocument/2006/relationships/image" Target="../media/image39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Relationship Id="rId22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4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7.png"/><Relationship Id="rId5" Type="http://schemas.openxmlformats.org/officeDocument/2006/relationships/image" Target="../media/image46.jpeg"/><Relationship Id="rId4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9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5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FFA_84C679CB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7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FFB_9BD2F2ED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6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A9979-E716-44FA-1DFB-30E52FD02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1F53A6-89D0-3636-4495-9DB0794E2D4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>
                <a:latin typeface="Mona Sans Display"/>
                <a:cs typeface="Mona Sans Display"/>
              </a:rPr>
              <a:t>GitHub Dev Days Gdańsk – Copilot CLI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7C1D3B-2C27-69B0-52E1-92B7A9711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356" y="2796416"/>
            <a:ext cx="10069287" cy="5435807"/>
          </a:xfrm>
          <a:prstGeom prst="roundRect">
            <a:avLst>
              <a:gd name="adj" fmla="val 3030"/>
            </a:avLst>
          </a:prstGeom>
          <a:ln>
            <a:solidFill>
              <a:srgbClr val="8A11AF"/>
            </a:solidFill>
          </a:ln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E9E3342F-6B20-54F5-EE41-34640ACD9C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50863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342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300" y="0"/>
            <a:ext cx="6108700" cy="3429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16300"/>
            <a:ext cx="6096000" cy="3441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3300" y="3416300"/>
            <a:ext cx="6108700" cy="3441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A6B51-B9AA-7073-E997-1A543EA6A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5D60843-BA9A-98D5-E9FE-571878656462}"/>
              </a:ext>
            </a:extLst>
          </p:cNvPr>
          <p:cNvSpPr txBox="1"/>
          <p:nvPr/>
        </p:nvSpPr>
        <p:spPr>
          <a:xfrm>
            <a:off x="4659123" y="5725718"/>
            <a:ext cx="2873757" cy="769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742103">
              <a:defRPr/>
            </a:pPr>
            <a:r>
              <a:rPr lang="en-US" sz="1467">
                <a:solidFill>
                  <a:srgbClr val="FFFFFF"/>
                </a:solidFill>
                <a:latin typeface="Mona Sans Display" panose="020B0604020202020204" charset="0"/>
                <a:cs typeface="Mona Sans Display" panose="020B0604020202020204" charset="0"/>
              </a:rPr>
              <a:t>Agentowy cykl wytwórczy</a:t>
            </a:r>
          </a:p>
          <a:p>
            <a:pPr algn="ctr" defTabSz="2742103">
              <a:defRPr/>
            </a:pPr>
            <a:r>
              <a:rPr lang="en-US" sz="1467">
                <a:solidFill>
                  <a:srgbClr val="FFFFFF"/>
                </a:solidFill>
                <a:latin typeface="Mona Sans Display" panose="020B0604020202020204" charset="0"/>
                <a:cs typeface="Mona Sans Display" panose="020B0604020202020204" charset="0"/>
              </a:rPr>
              <a:t>(2024–2025)</a:t>
            </a:r>
          </a:p>
          <a:p>
            <a:pPr algn="ctr" defTabSz="2742103">
              <a:defRPr/>
            </a:pPr>
            <a:endParaRPr lang="en-US" sz="1467">
              <a:solidFill>
                <a:srgbClr val="FFFFFF"/>
              </a:solidFill>
              <a:latin typeface="Mona Sans Display" panose="020B0604020202020204" charset="0"/>
              <a:cs typeface="Mona Sans Display" panose="020B060402020202020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3CD8E1-4519-6524-3B55-ACCEC09F8243}"/>
              </a:ext>
            </a:extLst>
          </p:cNvPr>
          <p:cNvSpPr txBox="1"/>
          <p:nvPr/>
        </p:nvSpPr>
        <p:spPr>
          <a:xfrm>
            <a:off x="7727725" y="5725720"/>
            <a:ext cx="2877960" cy="543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742103">
              <a:defRPr/>
            </a:pPr>
            <a:r>
              <a:rPr lang="en-US" sz="1467">
                <a:solidFill>
                  <a:srgbClr val="FFFFFF"/>
                </a:solidFill>
                <a:latin typeface="Mona Sans Display" panose="020B0604020202020204" charset="0"/>
                <a:cs typeface="Mona Sans Display" panose="020B0604020202020204" charset="0"/>
              </a:rPr>
              <a:t>Zespoły hybrydowe</a:t>
            </a:r>
          </a:p>
          <a:p>
            <a:pPr algn="ctr" defTabSz="2742103">
              <a:defRPr/>
            </a:pPr>
            <a:r>
              <a:rPr lang="en-US" sz="1467">
                <a:solidFill>
                  <a:srgbClr val="FFFFFF"/>
                </a:solidFill>
                <a:latin typeface="Mona Sans Display" panose="020B0604020202020204" charset="0"/>
                <a:cs typeface="Mona Sans Display" panose="020B0604020202020204" charset="0"/>
              </a:rPr>
              <a:t>(2026+)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58D6E6EC-742C-9769-F718-B4CA9F838747}"/>
              </a:ext>
            </a:extLst>
          </p:cNvPr>
          <p:cNvSpPr/>
          <p:nvPr/>
        </p:nvSpPr>
        <p:spPr>
          <a:xfrm>
            <a:off x="2568829" y="2051677"/>
            <a:ext cx="928454" cy="320863"/>
          </a:xfrm>
          <a:prstGeom prst="roundRect">
            <a:avLst>
              <a:gd name="adj" fmla="val 50000"/>
            </a:avLst>
          </a:prstGeom>
          <a:solidFill>
            <a:srgbClr val="5FED83">
              <a:alpha val="10000"/>
            </a:srgbClr>
          </a:solidFill>
          <a:ln>
            <a:solidFill>
              <a:srgbClr val="5FED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742103">
              <a:defRPr/>
            </a:pPr>
            <a:r>
              <a:rPr lang="en-US" sz="1200">
                <a:solidFill>
                  <a:srgbClr val="8CF2A6"/>
                </a:solidFill>
                <a:latin typeface="Mona Sans Display" panose="020B0604020202020204" charset="0"/>
                <a:cs typeface="Mona Sans Display" panose="020B0604020202020204" charset="0"/>
              </a:rPr>
              <a:t>Fala 1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A410C94-8DC2-D066-E405-F28985D2DC4C}"/>
              </a:ext>
            </a:extLst>
          </p:cNvPr>
          <p:cNvSpPr/>
          <p:nvPr/>
        </p:nvSpPr>
        <p:spPr>
          <a:xfrm>
            <a:off x="5631773" y="2051677"/>
            <a:ext cx="928454" cy="320863"/>
          </a:xfrm>
          <a:prstGeom prst="roundRect">
            <a:avLst>
              <a:gd name="adj" fmla="val 50000"/>
            </a:avLst>
          </a:prstGeom>
          <a:solidFill>
            <a:srgbClr val="5FED83">
              <a:alpha val="10000"/>
            </a:srgbClr>
          </a:solidFill>
          <a:ln>
            <a:solidFill>
              <a:srgbClr val="5FED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742103">
              <a:defRPr/>
            </a:pPr>
            <a:r>
              <a:rPr lang="en-US" sz="1200">
                <a:solidFill>
                  <a:srgbClr val="8CF2A6"/>
                </a:solidFill>
                <a:latin typeface="Mona Sans Display" panose="020B0604020202020204" charset="0"/>
                <a:cs typeface="Mona Sans Display" panose="020B0604020202020204" charset="0"/>
              </a:rPr>
              <a:t>Fala 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C291F574-6DCE-5F22-9336-7E7D7EF5E534}"/>
              </a:ext>
            </a:extLst>
          </p:cNvPr>
          <p:cNvSpPr/>
          <p:nvPr/>
        </p:nvSpPr>
        <p:spPr>
          <a:xfrm>
            <a:off x="8704621" y="2051677"/>
            <a:ext cx="928454" cy="320863"/>
          </a:xfrm>
          <a:prstGeom prst="roundRect">
            <a:avLst>
              <a:gd name="adj" fmla="val 50000"/>
            </a:avLst>
          </a:prstGeom>
          <a:solidFill>
            <a:srgbClr val="5FED83">
              <a:alpha val="10000"/>
            </a:srgbClr>
          </a:solidFill>
          <a:ln>
            <a:solidFill>
              <a:srgbClr val="5FED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742103">
              <a:defRPr/>
            </a:pPr>
            <a:r>
              <a:rPr lang="en-US" sz="1200">
                <a:solidFill>
                  <a:srgbClr val="8CF2A6"/>
                </a:solidFill>
                <a:latin typeface="Mona Sans Display" panose="020B0604020202020204" charset="0"/>
                <a:cs typeface="Mona Sans Display" panose="020B0604020202020204" charset="0"/>
              </a:rPr>
              <a:t>Fala 3</a:t>
            </a:r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2DC44EFF-62CB-DCA2-4ED8-61CFC82B9828}"/>
              </a:ext>
            </a:extLst>
          </p:cNvPr>
          <p:cNvGrpSpPr/>
          <p:nvPr/>
        </p:nvGrpSpPr>
        <p:grpSpPr>
          <a:xfrm>
            <a:off x="6560228" y="2168416"/>
            <a:ext cx="2144393" cy="87384"/>
            <a:chOff x="19681044" y="6268685"/>
            <a:chExt cx="6434857" cy="262221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67FBBDD-EBB5-6A1A-D63F-ACB53E4801AE}"/>
                </a:ext>
              </a:extLst>
            </p:cNvPr>
            <p:cNvSpPr/>
            <p:nvPr/>
          </p:nvSpPr>
          <p:spPr>
            <a:xfrm>
              <a:off x="19681044" y="6373575"/>
              <a:ext cx="6434857" cy="52442"/>
            </a:xfrm>
            <a:prstGeom prst="rect">
              <a:avLst/>
            </a:prstGeom>
            <a:gradFill flip="none" rotWithShape="1">
              <a:gsLst>
                <a:gs pos="0">
                  <a:srgbClr val="5FED83">
                    <a:alpha val="0"/>
                  </a:srgbClr>
                </a:gs>
                <a:gs pos="100000">
                  <a:srgbClr val="5FED83">
                    <a:alpha val="0"/>
                  </a:srgbClr>
                </a:gs>
                <a:gs pos="50000">
                  <a:srgbClr val="5FED83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742103">
                <a:defRPr/>
              </a:pPr>
              <a:endParaRPr lang="en-US" sz="4799">
                <a:solidFill>
                  <a:srgbClr val="FFFFFF"/>
                </a:solidFill>
                <a:latin typeface="Mona Sans Display" panose="020B0604020202020204" charset="0"/>
                <a:cs typeface="Mona Sans Display" panose="020B0604020202020204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BF527D9-C42D-C407-1B63-8C4291D014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767362" y="6268685"/>
              <a:ext cx="262221" cy="262221"/>
            </a:xfrm>
            <a:prstGeom prst="ellipse">
              <a:avLst/>
            </a:prstGeom>
            <a:solidFill>
              <a:srgbClr val="5FED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742103">
                <a:defRPr/>
              </a:pPr>
              <a:endParaRPr lang="en-US" sz="4799">
                <a:solidFill>
                  <a:srgbClr val="FFFFFF"/>
                </a:solidFill>
                <a:latin typeface="Mona Sans Display" panose="020B0604020202020204" charset="0"/>
                <a:cs typeface="Mona Sans Display" panose="020B0604020202020204" charset="0"/>
              </a:endParaRPr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A80B771D-A2C1-85D0-9F80-76A338EB7BFB}"/>
              </a:ext>
            </a:extLst>
          </p:cNvPr>
          <p:cNvSpPr txBox="1"/>
          <p:nvPr/>
        </p:nvSpPr>
        <p:spPr>
          <a:xfrm>
            <a:off x="4097373" y="794109"/>
            <a:ext cx="4006225" cy="707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742103">
              <a:defRPr/>
            </a:pPr>
            <a:r>
              <a:rPr lang="en-US" sz="3999">
                <a:solidFill>
                  <a:srgbClr val="FFFFFF"/>
                </a:solidFill>
                <a:latin typeface="Mona Sans Display" panose="020B0604020202020204" charset="0"/>
                <a:cs typeface="Mona Sans Display" panose="020B0604020202020204" charset="0"/>
              </a:rPr>
              <a:t>Na fali zmian</a:t>
            </a:r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C5598788-EBCF-66C7-615E-254D03DC0DEA}"/>
              </a:ext>
            </a:extLst>
          </p:cNvPr>
          <p:cNvGrpSpPr/>
          <p:nvPr/>
        </p:nvGrpSpPr>
        <p:grpSpPr>
          <a:xfrm>
            <a:off x="7306129" y="1782761"/>
            <a:ext cx="634147" cy="536959"/>
            <a:chOff x="13435479" y="4647353"/>
            <a:chExt cx="1902936" cy="1611297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866D2C4F-FA74-F760-AF2A-7ADB08FE85C1}"/>
                </a:ext>
              </a:extLst>
            </p:cNvPr>
            <p:cNvSpPr/>
            <p:nvPr/>
          </p:nvSpPr>
          <p:spPr>
            <a:xfrm>
              <a:off x="13435479" y="4647353"/>
              <a:ext cx="1902936" cy="657633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alpha val="10000"/>
              </a:schemeClr>
            </a:solidFill>
            <a:ln w="952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742103">
                <a:defRPr/>
              </a:pPr>
              <a:r>
                <a:rPr lang="en-US" sz="1000">
                  <a:solidFill>
                    <a:srgbClr val="D3FA36"/>
                  </a:solidFill>
                  <a:latin typeface="Mona Sans Display" panose="020B0604020202020204" charset="0"/>
                  <a:cs typeface="Mona Sans Display" panose="020B0604020202020204" charset="0"/>
                </a:rPr>
                <a:t>Dziś</a:t>
              </a:r>
            </a:p>
          </p:txBody>
        </p:sp>
        <p:pic>
          <p:nvPicPr>
            <p:cNvPr id="86" name="Graphic 85">
              <a:extLst>
                <a:ext uri="{FF2B5EF4-FFF2-40B4-BE49-F238E27FC236}">
                  <a16:creationId xmlns:a16="http://schemas.microsoft.com/office/drawing/2014/main" id="{16D6836C-ACE0-6FC9-4753-66C5A35EE5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122547" y="5597633"/>
              <a:ext cx="528807" cy="661017"/>
            </a:xfrm>
            <a:prstGeom prst="rect">
              <a:avLst/>
            </a:prstGeom>
            <a:effectLst>
              <a:glow rad="139700">
                <a:srgbClr val="C16EFF">
                  <a:alpha val="21920"/>
                </a:srgbClr>
              </a:glow>
            </a:effectLst>
          </p:spPr>
        </p:pic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AFB5629A-4AE3-C070-BA38-2B003EAF0285}"/>
              </a:ext>
            </a:extLst>
          </p:cNvPr>
          <p:cNvSpPr txBox="1"/>
          <p:nvPr/>
        </p:nvSpPr>
        <p:spPr>
          <a:xfrm>
            <a:off x="1586314" y="5725720"/>
            <a:ext cx="2873758" cy="543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742103">
              <a:defRPr/>
            </a:pPr>
            <a:r>
              <a:rPr lang="en-US" sz="1467">
                <a:solidFill>
                  <a:srgbClr val="FFFFFF"/>
                </a:solidFill>
                <a:latin typeface="Mona Sans Display" panose="020B0604020202020204" charset="0"/>
                <a:cs typeface="Mona Sans Display" panose="020B0604020202020204" charset="0"/>
              </a:rPr>
              <a:t>Uzupełnianie kodu</a:t>
            </a:r>
          </a:p>
          <a:p>
            <a:pPr algn="ctr" defTabSz="2742103">
              <a:defRPr/>
            </a:pPr>
            <a:r>
              <a:rPr lang="en-US" sz="1467">
                <a:solidFill>
                  <a:srgbClr val="FFFFFF"/>
                </a:solidFill>
                <a:latin typeface="Mona Sans Display" panose="020B0604020202020204" charset="0"/>
                <a:cs typeface="Mona Sans Display" panose="020B0604020202020204" charset="0"/>
              </a:rPr>
              <a:t>(2021–2023)</a:t>
            </a:r>
          </a:p>
        </p:txBody>
      </p: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031603B0-6F4F-90E8-EBDB-5C9ACCDBFC4D}"/>
              </a:ext>
            </a:extLst>
          </p:cNvPr>
          <p:cNvGrpSpPr/>
          <p:nvPr/>
        </p:nvGrpSpPr>
        <p:grpSpPr>
          <a:xfrm>
            <a:off x="4659122" y="2717921"/>
            <a:ext cx="2873758" cy="2825897"/>
            <a:chOff x="13976240" y="7637388"/>
            <a:chExt cx="8623520" cy="8479898"/>
          </a:xfrm>
        </p:grpSpPr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A9DC70F6-5CE5-A674-9C60-5CA7B37FB284}"/>
                </a:ext>
              </a:extLst>
            </p:cNvPr>
            <p:cNvGrpSpPr/>
            <p:nvPr/>
          </p:nvGrpSpPr>
          <p:grpSpPr>
            <a:xfrm>
              <a:off x="13976240" y="7637388"/>
              <a:ext cx="8623520" cy="8479898"/>
              <a:chOff x="1145511" y="1143002"/>
              <a:chExt cx="16893797" cy="16612437"/>
            </a:xfrm>
          </p:grpSpPr>
          <p:sp>
            <p:nvSpPr>
              <p:cNvPr id="191" name="Rounded Rectangle 190">
                <a:extLst>
                  <a:ext uri="{FF2B5EF4-FFF2-40B4-BE49-F238E27FC236}">
                    <a16:creationId xmlns:a16="http://schemas.microsoft.com/office/drawing/2014/main" id="{581D2F94-0520-8104-9CD6-F826C3D77FEE}"/>
                  </a:ext>
                </a:extLst>
              </p:cNvPr>
              <p:cNvSpPr/>
              <p:nvPr/>
            </p:nvSpPr>
            <p:spPr>
              <a:xfrm>
                <a:off x="1145513" y="1143002"/>
                <a:ext cx="16893795" cy="16612437"/>
              </a:xfrm>
              <a:prstGeom prst="roundRect">
                <a:avLst>
                  <a:gd name="adj" fmla="val 3598"/>
                </a:avLst>
              </a:prstGeom>
              <a:gradFill>
                <a:gsLst>
                  <a:gs pos="25000">
                    <a:schemeClr val="accent1"/>
                  </a:gs>
                  <a:gs pos="100000">
                    <a:schemeClr val="accent3"/>
                  </a:gs>
                </a:gsLst>
                <a:lin ang="5400000" scaled="1"/>
              </a:gra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>
                  <a:defRPr/>
                </a:pPr>
                <a:endParaRPr lang="en-US" sz="6464">
                  <a:solidFill>
                    <a:srgbClr val="FFFFFF"/>
                  </a:solidFill>
                  <a:latin typeface="Mona Sans Display" panose="020B0604020202020204" charset="0"/>
                  <a:cs typeface="Mona Sans Display" panose="020B0604020202020204" charset="0"/>
                </a:endParaRPr>
              </a:p>
            </p:txBody>
          </p:sp>
          <p:pic>
            <p:nvPicPr>
              <p:cNvPr id="192" name="Picture 191" descr="A close up of a colorful cloud&#10;&#10;AI-generated content may be incorrect.">
                <a:extLst>
                  <a:ext uri="{FF2B5EF4-FFF2-40B4-BE49-F238E27FC236}">
                    <a16:creationId xmlns:a16="http://schemas.microsoft.com/office/drawing/2014/main" id="{4A5FB9B4-6DD4-12AA-9B6F-708C70399E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145511" y="1906574"/>
                <a:ext cx="11965410" cy="13229919"/>
              </a:xfrm>
              <a:prstGeom prst="rect">
                <a:avLst/>
              </a:prstGeom>
            </p:spPr>
          </p:pic>
          <p:cxnSp>
            <p:nvCxnSpPr>
              <p:cNvPr id="193" name="Elbow Connector 192">
                <a:extLst>
                  <a:ext uri="{FF2B5EF4-FFF2-40B4-BE49-F238E27FC236}">
                    <a16:creationId xmlns:a16="http://schemas.microsoft.com/office/drawing/2014/main" id="{AF8A274C-5231-D617-F97B-99173E4C7148}"/>
                  </a:ext>
                </a:extLst>
              </p:cNvPr>
              <p:cNvCxnSpPr>
                <a:cxnSpLocks/>
                <a:stCxn id="197" idx="2"/>
                <a:endCxn id="199" idx="1"/>
              </p:cNvCxnSpPr>
              <p:nvPr/>
            </p:nvCxnSpPr>
            <p:spPr>
              <a:xfrm rot="16200000" flipH="1">
                <a:off x="10432245" y="10130918"/>
                <a:ext cx="2059602" cy="3084531"/>
              </a:xfrm>
              <a:prstGeom prst="bentConnector2">
                <a:avLst/>
              </a:prstGeom>
              <a:ln w="25400">
                <a:solidFill>
                  <a:schemeClr val="accent4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4" name="Google Shape;1276;p65">
                <a:extLst>
                  <a:ext uri="{FF2B5EF4-FFF2-40B4-BE49-F238E27FC236}">
                    <a16:creationId xmlns:a16="http://schemas.microsoft.com/office/drawing/2014/main" id="{745D5918-B173-FA4B-322C-530097DAE1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9368961" y="5699190"/>
                <a:ext cx="921876" cy="921876"/>
                <a:chOff x="4027450" y="4768275"/>
                <a:chExt cx="58000" cy="58000"/>
              </a:xfrm>
              <a:solidFill>
                <a:schemeClr val="accent4"/>
              </a:solidFill>
            </p:grpSpPr>
            <p:sp>
              <p:nvSpPr>
                <p:cNvPr id="207" name="Google Shape;1277;p65">
                  <a:extLst>
                    <a:ext uri="{FF2B5EF4-FFF2-40B4-BE49-F238E27FC236}">
                      <a16:creationId xmlns:a16="http://schemas.microsoft.com/office/drawing/2014/main" id="{C54E2FE3-F770-5E5E-39A2-08FF6C3ACA56}"/>
                    </a:ext>
                  </a:extLst>
                </p:cNvPr>
                <p:cNvSpPr/>
                <p:nvPr/>
              </p:nvSpPr>
              <p:spPr>
                <a:xfrm>
                  <a:off x="4041775" y="4786625"/>
                  <a:ext cx="29350" cy="2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4" h="844" extrusionOk="0">
                      <a:moveTo>
                        <a:pt x="1089" y="1"/>
                      </a:moveTo>
                      <a:cubicBezTo>
                        <a:pt x="1068" y="1"/>
                        <a:pt x="1047" y="9"/>
                        <a:pt x="1030" y="26"/>
                      </a:cubicBezTo>
                      <a:lnTo>
                        <a:pt x="406" y="650"/>
                      </a:lnTo>
                      <a:lnTo>
                        <a:pt x="144" y="397"/>
                      </a:lnTo>
                      <a:cubicBezTo>
                        <a:pt x="127" y="380"/>
                        <a:pt x="106" y="372"/>
                        <a:pt x="86" y="372"/>
                      </a:cubicBezTo>
                      <a:cubicBezTo>
                        <a:pt x="66" y="372"/>
                        <a:pt x="47" y="380"/>
                        <a:pt x="35" y="397"/>
                      </a:cubicBezTo>
                      <a:cubicBezTo>
                        <a:pt x="1" y="422"/>
                        <a:pt x="1" y="473"/>
                        <a:pt x="35" y="507"/>
                      </a:cubicBezTo>
                      <a:lnTo>
                        <a:pt x="347" y="819"/>
                      </a:lnTo>
                      <a:cubicBezTo>
                        <a:pt x="364" y="835"/>
                        <a:pt x="385" y="844"/>
                        <a:pt x="405" y="844"/>
                      </a:cubicBezTo>
                      <a:cubicBezTo>
                        <a:pt x="425" y="844"/>
                        <a:pt x="444" y="835"/>
                        <a:pt x="456" y="819"/>
                      </a:cubicBezTo>
                      <a:lnTo>
                        <a:pt x="1148" y="136"/>
                      </a:lnTo>
                      <a:cubicBezTo>
                        <a:pt x="1173" y="102"/>
                        <a:pt x="1173" y="51"/>
                        <a:pt x="1148" y="26"/>
                      </a:cubicBezTo>
                      <a:cubicBezTo>
                        <a:pt x="1131" y="9"/>
                        <a:pt x="1110" y="1"/>
                        <a:pt x="108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FFFFFF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208" name="Google Shape;1278;p65">
                  <a:extLst>
                    <a:ext uri="{FF2B5EF4-FFF2-40B4-BE49-F238E27FC236}">
                      <a16:creationId xmlns:a16="http://schemas.microsoft.com/office/drawing/2014/main" id="{B1FD2687-DE82-9641-4689-AF3A1BA167A3}"/>
                    </a:ext>
                  </a:extLst>
                </p:cNvPr>
                <p:cNvSpPr/>
                <p:nvPr/>
              </p:nvSpPr>
              <p:spPr>
                <a:xfrm>
                  <a:off x="4027450" y="4768275"/>
                  <a:ext cx="58000" cy="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0" h="2320" extrusionOk="0">
                      <a:moveTo>
                        <a:pt x="1164" y="1"/>
                      </a:moveTo>
                      <a:cubicBezTo>
                        <a:pt x="523" y="1"/>
                        <a:pt x="1" y="515"/>
                        <a:pt x="1" y="1156"/>
                      </a:cubicBezTo>
                      <a:cubicBezTo>
                        <a:pt x="1" y="1797"/>
                        <a:pt x="523" y="2320"/>
                        <a:pt x="1164" y="2320"/>
                      </a:cubicBezTo>
                      <a:cubicBezTo>
                        <a:pt x="1797" y="2320"/>
                        <a:pt x="2320" y="1797"/>
                        <a:pt x="2320" y="1156"/>
                      </a:cubicBezTo>
                      <a:cubicBezTo>
                        <a:pt x="2320" y="515"/>
                        <a:pt x="1797" y="1"/>
                        <a:pt x="1164" y="1"/>
                      </a:cubicBezTo>
                      <a:close/>
                      <a:moveTo>
                        <a:pt x="161" y="1156"/>
                      </a:moveTo>
                      <a:cubicBezTo>
                        <a:pt x="161" y="600"/>
                        <a:pt x="608" y="153"/>
                        <a:pt x="1164" y="153"/>
                      </a:cubicBezTo>
                      <a:cubicBezTo>
                        <a:pt x="1712" y="153"/>
                        <a:pt x="2159" y="600"/>
                        <a:pt x="2159" y="1156"/>
                      </a:cubicBezTo>
                      <a:cubicBezTo>
                        <a:pt x="2159" y="1713"/>
                        <a:pt x="1712" y="2160"/>
                        <a:pt x="1164" y="2160"/>
                      </a:cubicBezTo>
                      <a:cubicBezTo>
                        <a:pt x="608" y="2160"/>
                        <a:pt x="161" y="1713"/>
                        <a:pt x="161" y="115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FFFFFF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</p:grpSp>
          <p:grpSp>
            <p:nvGrpSpPr>
              <p:cNvPr id="195" name="Google Shape;1276;p65">
                <a:extLst>
                  <a:ext uri="{FF2B5EF4-FFF2-40B4-BE49-F238E27FC236}">
                    <a16:creationId xmlns:a16="http://schemas.microsoft.com/office/drawing/2014/main" id="{79E7507E-DE59-698B-830A-44086D3E18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13227528" y="12240669"/>
                <a:ext cx="921876" cy="921876"/>
                <a:chOff x="4027450" y="4768275"/>
                <a:chExt cx="58000" cy="58000"/>
              </a:xfrm>
              <a:solidFill>
                <a:schemeClr val="accent4"/>
              </a:solidFill>
            </p:grpSpPr>
            <p:sp>
              <p:nvSpPr>
                <p:cNvPr id="205" name="Google Shape;1277;p65">
                  <a:extLst>
                    <a:ext uri="{FF2B5EF4-FFF2-40B4-BE49-F238E27FC236}">
                      <a16:creationId xmlns:a16="http://schemas.microsoft.com/office/drawing/2014/main" id="{9625A384-03BF-4304-4D74-82F55C1B2AAC}"/>
                    </a:ext>
                  </a:extLst>
                </p:cNvPr>
                <p:cNvSpPr/>
                <p:nvPr/>
              </p:nvSpPr>
              <p:spPr>
                <a:xfrm>
                  <a:off x="4041775" y="4786625"/>
                  <a:ext cx="29350" cy="2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4" h="844" extrusionOk="0">
                      <a:moveTo>
                        <a:pt x="1089" y="1"/>
                      </a:moveTo>
                      <a:cubicBezTo>
                        <a:pt x="1068" y="1"/>
                        <a:pt x="1047" y="9"/>
                        <a:pt x="1030" y="26"/>
                      </a:cubicBezTo>
                      <a:lnTo>
                        <a:pt x="406" y="650"/>
                      </a:lnTo>
                      <a:lnTo>
                        <a:pt x="144" y="397"/>
                      </a:lnTo>
                      <a:cubicBezTo>
                        <a:pt x="127" y="380"/>
                        <a:pt x="106" y="372"/>
                        <a:pt x="86" y="372"/>
                      </a:cubicBezTo>
                      <a:cubicBezTo>
                        <a:pt x="66" y="372"/>
                        <a:pt x="47" y="380"/>
                        <a:pt x="35" y="397"/>
                      </a:cubicBezTo>
                      <a:cubicBezTo>
                        <a:pt x="1" y="422"/>
                        <a:pt x="1" y="473"/>
                        <a:pt x="35" y="507"/>
                      </a:cubicBezTo>
                      <a:lnTo>
                        <a:pt x="347" y="819"/>
                      </a:lnTo>
                      <a:cubicBezTo>
                        <a:pt x="364" y="835"/>
                        <a:pt x="385" y="844"/>
                        <a:pt x="405" y="844"/>
                      </a:cubicBezTo>
                      <a:cubicBezTo>
                        <a:pt x="425" y="844"/>
                        <a:pt x="444" y="835"/>
                        <a:pt x="456" y="819"/>
                      </a:cubicBezTo>
                      <a:lnTo>
                        <a:pt x="1148" y="136"/>
                      </a:lnTo>
                      <a:cubicBezTo>
                        <a:pt x="1173" y="102"/>
                        <a:pt x="1173" y="51"/>
                        <a:pt x="1148" y="26"/>
                      </a:cubicBezTo>
                      <a:cubicBezTo>
                        <a:pt x="1131" y="9"/>
                        <a:pt x="1110" y="1"/>
                        <a:pt x="108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FFFFFF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206" name="Google Shape;1278;p65">
                  <a:extLst>
                    <a:ext uri="{FF2B5EF4-FFF2-40B4-BE49-F238E27FC236}">
                      <a16:creationId xmlns:a16="http://schemas.microsoft.com/office/drawing/2014/main" id="{109032EF-1EFD-F83C-24D1-023E9D5849AA}"/>
                    </a:ext>
                  </a:extLst>
                </p:cNvPr>
                <p:cNvSpPr/>
                <p:nvPr/>
              </p:nvSpPr>
              <p:spPr>
                <a:xfrm>
                  <a:off x="4027450" y="4768275"/>
                  <a:ext cx="58000" cy="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0" h="2320" extrusionOk="0">
                      <a:moveTo>
                        <a:pt x="1164" y="1"/>
                      </a:moveTo>
                      <a:cubicBezTo>
                        <a:pt x="523" y="1"/>
                        <a:pt x="1" y="515"/>
                        <a:pt x="1" y="1156"/>
                      </a:cubicBezTo>
                      <a:cubicBezTo>
                        <a:pt x="1" y="1797"/>
                        <a:pt x="523" y="2320"/>
                        <a:pt x="1164" y="2320"/>
                      </a:cubicBezTo>
                      <a:cubicBezTo>
                        <a:pt x="1797" y="2320"/>
                        <a:pt x="2320" y="1797"/>
                        <a:pt x="2320" y="1156"/>
                      </a:cubicBezTo>
                      <a:cubicBezTo>
                        <a:pt x="2320" y="515"/>
                        <a:pt x="1797" y="1"/>
                        <a:pt x="1164" y="1"/>
                      </a:cubicBezTo>
                      <a:close/>
                      <a:moveTo>
                        <a:pt x="161" y="1156"/>
                      </a:moveTo>
                      <a:cubicBezTo>
                        <a:pt x="161" y="600"/>
                        <a:pt x="608" y="153"/>
                        <a:pt x="1164" y="153"/>
                      </a:cubicBezTo>
                      <a:cubicBezTo>
                        <a:pt x="1712" y="153"/>
                        <a:pt x="2159" y="600"/>
                        <a:pt x="2159" y="1156"/>
                      </a:cubicBezTo>
                      <a:cubicBezTo>
                        <a:pt x="2159" y="1713"/>
                        <a:pt x="1712" y="2160"/>
                        <a:pt x="1164" y="2160"/>
                      </a:cubicBezTo>
                      <a:cubicBezTo>
                        <a:pt x="608" y="2160"/>
                        <a:pt x="161" y="1713"/>
                        <a:pt x="161" y="115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FFFFFF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</p:grp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660494DA-89FD-EEBD-C0E2-5BB4E10CE5FB}"/>
                  </a:ext>
                </a:extLst>
              </p:cNvPr>
              <p:cNvSpPr/>
              <p:nvPr/>
            </p:nvSpPr>
            <p:spPr>
              <a:xfrm>
                <a:off x="5166602" y="9276185"/>
                <a:ext cx="1367199" cy="1367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>
                  <a:defRPr/>
                </a:pPr>
                <a:endParaRPr lang="en-US" sz="6464">
                  <a:solidFill>
                    <a:srgbClr val="FFFFFF"/>
                  </a:solidFill>
                  <a:latin typeface="Mona Sans Display" panose="020B0604020202020204" charset="0"/>
                  <a:cs typeface="Mona Sans Display" panose="020B0604020202020204" charset="0"/>
                </a:endParaRP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9BE3105A-61F7-822B-ED7C-95C11D490129}"/>
                  </a:ext>
                </a:extLst>
              </p:cNvPr>
              <p:cNvSpPr/>
              <p:nvPr/>
            </p:nvSpPr>
            <p:spPr>
              <a:xfrm>
                <a:off x="9236183" y="9276185"/>
                <a:ext cx="1367199" cy="1367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>
                  <a:defRPr/>
                </a:pPr>
                <a:endParaRPr lang="en-US" sz="6464">
                  <a:solidFill>
                    <a:srgbClr val="FFFFFF"/>
                  </a:solidFill>
                  <a:latin typeface="Mona Sans Display" panose="020B0604020202020204" charset="0"/>
                  <a:cs typeface="Mona Sans Display" panose="020B0604020202020204" charset="0"/>
                </a:endParaRP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7F33BFF3-5E57-9F27-EE27-90EC5571AB7B}"/>
                  </a:ext>
                </a:extLst>
              </p:cNvPr>
              <p:cNvSpPr/>
              <p:nvPr/>
            </p:nvSpPr>
            <p:spPr>
              <a:xfrm>
                <a:off x="9145748" y="5477909"/>
                <a:ext cx="1367199" cy="1367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>
                  <a:defRPr/>
                </a:pPr>
                <a:endParaRPr lang="en-US" sz="6464">
                  <a:solidFill>
                    <a:srgbClr val="FFFFFF"/>
                  </a:solidFill>
                  <a:latin typeface="Mona Sans Display" panose="020B0604020202020204" charset="0"/>
                  <a:cs typeface="Mona Sans Display" panose="020B0604020202020204" charset="0"/>
                </a:endParaRP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CFFF8CE2-C7A7-C4D4-DCE9-1364D60799C0}"/>
                  </a:ext>
                </a:extLst>
              </p:cNvPr>
              <p:cNvSpPr/>
              <p:nvPr/>
            </p:nvSpPr>
            <p:spPr>
              <a:xfrm>
                <a:off x="13004315" y="12019385"/>
                <a:ext cx="1367199" cy="1367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>
                  <a:defRPr/>
                </a:pPr>
                <a:endParaRPr lang="en-US" sz="6464">
                  <a:solidFill>
                    <a:srgbClr val="FFFFFF"/>
                  </a:solidFill>
                  <a:latin typeface="Mona Sans Display" panose="020B0604020202020204" charset="0"/>
                  <a:cs typeface="Mona Sans Display" panose="020B0604020202020204" charset="0"/>
                </a:endParaRPr>
              </a:p>
            </p:txBody>
          </p:sp>
          <p:cxnSp>
            <p:nvCxnSpPr>
              <p:cNvPr id="200" name="Elbow Connector 199">
                <a:extLst>
                  <a:ext uri="{FF2B5EF4-FFF2-40B4-BE49-F238E27FC236}">
                    <a16:creationId xmlns:a16="http://schemas.microsoft.com/office/drawing/2014/main" id="{D6B75052-E3EF-56A1-3383-99B0F6A0F8EA}"/>
                  </a:ext>
                </a:extLst>
              </p:cNvPr>
              <p:cNvCxnSpPr>
                <a:stCxn id="196" idx="0"/>
                <a:endCxn id="198" idx="1"/>
              </p:cNvCxnSpPr>
              <p:nvPr/>
            </p:nvCxnSpPr>
            <p:spPr>
              <a:xfrm rot="5400000" flipH="1" flipV="1">
                <a:off x="5940638" y="6071078"/>
                <a:ext cx="3114675" cy="3295545"/>
              </a:xfrm>
              <a:prstGeom prst="bentConnector2">
                <a:avLst/>
              </a:prstGeom>
              <a:ln w="0">
                <a:solidFill>
                  <a:schemeClr val="accent4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01" name="Picture 200">
                <a:extLst>
                  <a:ext uri="{FF2B5EF4-FFF2-40B4-BE49-F238E27FC236}">
                    <a16:creationId xmlns:a16="http://schemas.microsoft.com/office/drawing/2014/main" id="{6E1C65A2-1B25-6DCA-2C32-CF71A496A3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2572451" y="6302696"/>
                <a:ext cx="6555507" cy="6555507"/>
              </a:xfrm>
              <a:prstGeom prst="rect">
                <a:avLst/>
              </a:prstGeom>
            </p:spPr>
          </p:pic>
          <p:pic>
            <p:nvPicPr>
              <p:cNvPr id="202" name="Picture 201" descr="A blue and purple robot with yellow eyes and a sun&#10;&#10;AI-generated content may be incorrect.">
                <a:extLst>
                  <a:ext uri="{FF2B5EF4-FFF2-40B4-BE49-F238E27FC236}">
                    <a16:creationId xmlns:a16="http://schemas.microsoft.com/office/drawing/2014/main" id="{4A11D31A-3F90-D589-4E97-163F567625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52148" y="6621066"/>
                <a:ext cx="6555507" cy="5662192"/>
              </a:xfrm>
              <a:prstGeom prst="rect">
                <a:avLst/>
              </a:prstGeom>
            </p:spPr>
          </p:pic>
          <p:pic>
            <p:nvPicPr>
              <p:cNvPr id="203" name="Picture 202" descr="A blue and purple helmet with a yellow center&#10;&#10;AI-generated content may be incorrect.">
                <a:extLst>
                  <a:ext uri="{FF2B5EF4-FFF2-40B4-BE49-F238E27FC236}">
                    <a16:creationId xmlns:a16="http://schemas.microsoft.com/office/drawing/2014/main" id="{3C1BDB84-92EC-ED44-C463-95C5FFF87A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776788" y="6621068"/>
                <a:ext cx="5835579" cy="5835579"/>
              </a:xfrm>
              <a:prstGeom prst="rect">
                <a:avLst/>
              </a:prstGeom>
            </p:spPr>
          </p:pic>
          <p:sp>
            <p:nvSpPr>
              <p:cNvPr id="204" name="Rounded Rectangle 203">
                <a:extLst>
                  <a:ext uri="{FF2B5EF4-FFF2-40B4-BE49-F238E27FC236}">
                    <a16:creationId xmlns:a16="http://schemas.microsoft.com/office/drawing/2014/main" id="{8D0128D0-70FD-B935-77A7-53A6EA9F9F3B}"/>
                  </a:ext>
                </a:extLst>
              </p:cNvPr>
              <p:cNvSpPr/>
              <p:nvPr/>
            </p:nvSpPr>
            <p:spPr>
              <a:xfrm>
                <a:off x="2010927" y="4913643"/>
                <a:ext cx="15162960" cy="9071148"/>
              </a:xfrm>
              <a:prstGeom prst="roundRect">
                <a:avLst>
                  <a:gd name="adj" fmla="val 7576"/>
                </a:avLst>
              </a:prstGeom>
              <a:noFill/>
              <a:ln w="25400">
                <a:gradFill flip="none" rotWithShape="1">
                  <a:gsLst>
                    <a:gs pos="15000">
                      <a:schemeClr val="accent4">
                        <a:alpha val="0"/>
                      </a:schemeClr>
                    </a:gs>
                    <a:gs pos="100000">
                      <a:schemeClr val="accent4"/>
                    </a:gs>
                  </a:gsLst>
                  <a:lin ang="108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>
                  <a:defRPr/>
                </a:pPr>
                <a:endParaRPr lang="en-US" sz="6464">
                  <a:solidFill>
                    <a:srgbClr val="FFFFFF"/>
                  </a:solidFill>
                  <a:latin typeface="Mona Sans Display" panose="020B0604020202020204" charset="0"/>
                  <a:cs typeface="Mona Sans Display" panose="020B0604020202020204" charset="0"/>
                </a:endParaRPr>
              </a:p>
            </p:txBody>
          </p:sp>
        </p:grp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1983329B-DC3A-409B-767B-A1813D07BE03}"/>
                </a:ext>
              </a:extLst>
            </p:cNvPr>
            <p:cNvSpPr/>
            <p:nvPr/>
          </p:nvSpPr>
          <p:spPr>
            <a:xfrm>
              <a:off x="15915539" y="8045145"/>
              <a:ext cx="4744925" cy="110563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solidFill>
                <a:schemeClr val="bg2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91416" tIns="45708" rIns="91416" bIns="45708" rtlCol="0" anchor="ctr"/>
            <a:lstStyle/>
            <a:p>
              <a:pPr algn="ctr" defTabSz="2742103">
                <a:defRPr/>
              </a:pPr>
              <a:r>
                <a:rPr lang="en-US" sz="1050">
                  <a:solidFill>
                    <a:srgbClr val="000000"/>
                  </a:solidFill>
                  <a:latin typeface="Mona Sans Display" panose="020B0604020202020204" charset="0"/>
                  <a:cs typeface="Mona Sans Display" panose="020B0604020202020204" charset="0"/>
                </a:rPr>
                <a:t>Dalej niż pair programming</a:t>
              </a:r>
            </a:p>
          </p:txBody>
        </p: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4FBA3572-F022-AAAC-0739-5402710CE55E}"/>
              </a:ext>
            </a:extLst>
          </p:cNvPr>
          <p:cNvGrpSpPr/>
          <p:nvPr/>
        </p:nvGrpSpPr>
        <p:grpSpPr>
          <a:xfrm>
            <a:off x="1586314" y="2718488"/>
            <a:ext cx="2887184" cy="2824760"/>
            <a:chOff x="4755418" y="7639093"/>
            <a:chExt cx="8663808" cy="8476488"/>
          </a:xfrm>
        </p:grpSpPr>
        <p:pic>
          <p:nvPicPr>
            <p:cNvPr id="213" name="Picture 212" descr="A colorful background&#10;&#10;AI-generated content may be incorrect.">
              <a:extLst>
                <a:ext uri="{FF2B5EF4-FFF2-40B4-BE49-F238E27FC236}">
                  <a16:creationId xmlns:a16="http://schemas.microsoft.com/office/drawing/2014/main" id="{FE702DEB-1AF0-72AE-9163-F844F239BD4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755418" y="7639093"/>
              <a:ext cx="8623520" cy="8476488"/>
            </a:xfrm>
            <a:prstGeom prst="roundRect">
              <a:avLst>
                <a:gd name="adj" fmla="val 3667"/>
              </a:avLst>
            </a:prstGeom>
            <a:ln>
              <a:solidFill>
                <a:schemeClr val="tx2"/>
              </a:solidFill>
            </a:ln>
          </p:spPr>
        </p:pic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0DED8AD7-4595-1A64-695E-2A0EE20BECC3}"/>
                </a:ext>
              </a:extLst>
            </p:cNvPr>
            <p:cNvSpPr/>
            <p:nvPr/>
          </p:nvSpPr>
          <p:spPr>
            <a:xfrm>
              <a:off x="6846612" y="8208429"/>
              <a:ext cx="4441132" cy="94235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solidFill>
                <a:schemeClr val="bg2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742103">
                <a:defRPr/>
              </a:pPr>
              <a:r>
                <a:rPr lang="en-US" sz="1050">
                  <a:solidFill>
                    <a:srgbClr val="000000"/>
                  </a:solidFill>
                  <a:latin typeface="Mona Sans Display" panose="020B0604020202020204" charset="0"/>
                  <a:cs typeface="Mona Sans Display" panose="020B0604020202020204" charset="0"/>
                </a:rPr>
                <a:t>Pair programmer</a:t>
              </a:r>
            </a:p>
          </p:txBody>
        </p:sp>
        <p:grpSp>
          <p:nvGrpSpPr>
            <p:cNvPr id="224" name="Group 223">
              <a:extLst>
                <a:ext uri="{FF2B5EF4-FFF2-40B4-BE49-F238E27FC236}">
                  <a16:creationId xmlns:a16="http://schemas.microsoft.com/office/drawing/2014/main" id="{380450AC-F2EA-244B-EBAC-7C098F2FDEC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828770" y="11099427"/>
              <a:ext cx="8590456" cy="4014794"/>
              <a:chOff x="2249726" y="9140613"/>
              <a:chExt cx="13835016" cy="6465865"/>
            </a:xfrm>
          </p:grpSpPr>
          <p:pic>
            <p:nvPicPr>
              <p:cNvPr id="215" name="Picture 214" descr="A cartoon of a cat with a butterfly&#10;&#10;AI-generated content may be incorrect.">
                <a:extLst>
                  <a:ext uri="{FF2B5EF4-FFF2-40B4-BE49-F238E27FC236}">
                    <a16:creationId xmlns:a16="http://schemas.microsoft.com/office/drawing/2014/main" id="{5A3559FE-992E-2CA2-DD4F-09E2F801F3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49726" y="9183007"/>
                <a:ext cx="6423471" cy="6423471"/>
              </a:xfrm>
              <a:prstGeom prst="rect">
                <a:avLst/>
              </a:prstGeom>
            </p:spPr>
          </p:pic>
          <p:pic>
            <p:nvPicPr>
              <p:cNvPr id="217" name="Picture 216" descr="A blue and purple helmet with a yellow center&#10;&#10;AI-generated content may be incorrect.">
                <a:extLst>
                  <a:ext uri="{FF2B5EF4-FFF2-40B4-BE49-F238E27FC236}">
                    <a16:creationId xmlns:a16="http://schemas.microsoft.com/office/drawing/2014/main" id="{7309D4D5-AFD8-7342-3539-0ABE8288DC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405238" flipH="1">
                <a:off x="9661271" y="9140613"/>
                <a:ext cx="6423471" cy="6423471"/>
              </a:xfrm>
              <a:prstGeom prst="rect">
                <a:avLst/>
              </a:prstGeom>
            </p:spPr>
          </p:pic>
        </p:grp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1A28C18C-B646-FC34-CA8A-5B760B1C1079}"/>
                </a:ext>
              </a:extLst>
            </p:cNvPr>
            <p:cNvGrpSpPr/>
            <p:nvPr/>
          </p:nvGrpSpPr>
          <p:grpSpPr>
            <a:xfrm>
              <a:off x="8068786" y="10002920"/>
              <a:ext cx="1996785" cy="1996785"/>
              <a:chOff x="8068786" y="10407038"/>
              <a:chExt cx="1996785" cy="1996785"/>
            </a:xfrm>
          </p:grpSpPr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75447F3F-A642-324C-7014-1ACD13E7EE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68786" y="10407038"/>
                <a:ext cx="1996785" cy="1996785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>
                  <a:defRPr/>
                </a:pPr>
                <a:endParaRPr lang="en-US" sz="6464">
                  <a:solidFill>
                    <a:srgbClr val="FFFFFF"/>
                  </a:solidFill>
                  <a:latin typeface="Mona Sans Display" panose="020B0604020202020204" charset="0"/>
                  <a:cs typeface="Mona Sans Display" panose="020B0604020202020204" charset="0"/>
                </a:endParaRPr>
              </a:p>
            </p:txBody>
          </p:sp>
          <p:sp>
            <p:nvSpPr>
              <p:cNvPr id="225" name="Google Shape;1336;p65">
                <a:extLst>
                  <a:ext uri="{FF2B5EF4-FFF2-40B4-BE49-F238E27FC236}">
                    <a16:creationId xmlns:a16="http://schemas.microsoft.com/office/drawing/2014/main" id="{341A2C1E-772F-DB08-5731-1404A0B451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604650" y="10976282"/>
                <a:ext cx="925056" cy="858297"/>
              </a:xfrm>
              <a:custGeom>
                <a:avLst/>
                <a:gdLst/>
                <a:ahLst/>
                <a:cxnLst/>
                <a:rect l="l" t="t" r="r" b="b"/>
                <a:pathLst>
                  <a:path w="2328" h="2160" extrusionOk="0">
                    <a:moveTo>
                      <a:pt x="203" y="254"/>
                    </a:moveTo>
                    <a:cubicBezTo>
                      <a:pt x="456" y="1"/>
                      <a:pt x="902" y="1"/>
                      <a:pt x="1164" y="254"/>
                    </a:cubicBezTo>
                    <a:cubicBezTo>
                      <a:pt x="1164" y="254"/>
                      <a:pt x="1164" y="262"/>
                      <a:pt x="1172" y="262"/>
                    </a:cubicBezTo>
                    <a:cubicBezTo>
                      <a:pt x="1316" y="153"/>
                      <a:pt x="1484" y="60"/>
                      <a:pt x="1670" y="60"/>
                    </a:cubicBezTo>
                    <a:cubicBezTo>
                      <a:pt x="1839" y="60"/>
                      <a:pt x="2007" y="127"/>
                      <a:pt x="2142" y="254"/>
                    </a:cubicBezTo>
                    <a:cubicBezTo>
                      <a:pt x="2201" y="313"/>
                      <a:pt x="2243" y="380"/>
                      <a:pt x="2277" y="456"/>
                    </a:cubicBezTo>
                    <a:cubicBezTo>
                      <a:pt x="2311" y="540"/>
                      <a:pt x="2328" y="625"/>
                      <a:pt x="2328" y="734"/>
                    </a:cubicBezTo>
                    <a:cubicBezTo>
                      <a:pt x="2328" y="1055"/>
                      <a:pt x="2117" y="1350"/>
                      <a:pt x="1881" y="1586"/>
                    </a:cubicBezTo>
                    <a:cubicBezTo>
                      <a:pt x="1661" y="1814"/>
                      <a:pt x="1400" y="1999"/>
                      <a:pt x="1248" y="2117"/>
                    </a:cubicBezTo>
                    <a:cubicBezTo>
                      <a:pt x="1240" y="2126"/>
                      <a:pt x="1223" y="2134"/>
                      <a:pt x="1214" y="2143"/>
                    </a:cubicBezTo>
                    <a:cubicBezTo>
                      <a:pt x="1189" y="2160"/>
                      <a:pt x="1147" y="2160"/>
                      <a:pt x="1122" y="2143"/>
                    </a:cubicBezTo>
                    <a:cubicBezTo>
                      <a:pt x="1113" y="2134"/>
                      <a:pt x="1096" y="2126"/>
                      <a:pt x="1088" y="2117"/>
                    </a:cubicBezTo>
                    <a:cubicBezTo>
                      <a:pt x="936" y="1999"/>
                      <a:pt x="683" y="1814"/>
                      <a:pt x="456" y="1586"/>
                    </a:cubicBezTo>
                    <a:cubicBezTo>
                      <a:pt x="228" y="1350"/>
                      <a:pt x="9" y="1055"/>
                      <a:pt x="9" y="743"/>
                    </a:cubicBezTo>
                    <a:cubicBezTo>
                      <a:pt x="9" y="743"/>
                      <a:pt x="9" y="743"/>
                      <a:pt x="9" y="743"/>
                    </a:cubicBezTo>
                    <a:lnTo>
                      <a:pt x="9" y="734"/>
                    </a:lnTo>
                    <a:lnTo>
                      <a:pt x="9" y="743"/>
                    </a:lnTo>
                    <a:cubicBezTo>
                      <a:pt x="0" y="566"/>
                      <a:pt x="68" y="389"/>
                      <a:pt x="203" y="254"/>
                    </a:cubicBezTo>
                    <a:close/>
                    <a:moveTo>
                      <a:pt x="1046" y="363"/>
                    </a:moveTo>
                    <a:cubicBezTo>
                      <a:pt x="852" y="169"/>
                      <a:pt x="506" y="169"/>
                      <a:pt x="312" y="363"/>
                    </a:cubicBezTo>
                    <a:cubicBezTo>
                      <a:pt x="211" y="465"/>
                      <a:pt x="160" y="599"/>
                      <a:pt x="169" y="734"/>
                    </a:cubicBezTo>
                    <a:cubicBezTo>
                      <a:pt x="169" y="734"/>
                      <a:pt x="169" y="734"/>
                      <a:pt x="169" y="734"/>
                    </a:cubicBezTo>
                    <a:cubicBezTo>
                      <a:pt x="169" y="987"/>
                      <a:pt x="346" y="1240"/>
                      <a:pt x="574" y="1476"/>
                    </a:cubicBezTo>
                    <a:cubicBezTo>
                      <a:pt x="776" y="1687"/>
                      <a:pt x="1012" y="1864"/>
                      <a:pt x="1172" y="1982"/>
                    </a:cubicBezTo>
                    <a:cubicBezTo>
                      <a:pt x="1231" y="1932"/>
                      <a:pt x="1316" y="1873"/>
                      <a:pt x="1400" y="1805"/>
                    </a:cubicBezTo>
                    <a:lnTo>
                      <a:pt x="1172" y="1595"/>
                    </a:lnTo>
                    <a:cubicBezTo>
                      <a:pt x="1139" y="1569"/>
                      <a:pt x="1139" y="1519"/>
                      <a:pt x="1164" y="1485"/>
                    </a:cubicBezTo>
                    <a:cubicBezTo>
                      <a:pt x="1198" y="1451"/>
                      <a:pt x="1248" y="1451"/>
                      <a:pt x="1282" y="1485"/>
                    </a:cubicBezTo>
                    <a:lnTo>
                      <a:pt x="1518" y="1704"/>
                    </a:lnTo>
                    <a:cubicBezTo>
                      <a:pt x="1586" y="1654"/>
                      <a:pt x="1653" y="1595"/>
                      <a:pt x="1712" y="1527"/>
                    </a:cubicBezTo>
                    <a:lnTo>
                      <a:pt x="1484" y="1316"/>
                    </a:lnTo>
                    <a:cubicBezTo>
                      <a:pt x="1459" y="1291"/>
                      <a:pt x="1451" y="1240"/>
                      <a:pt x="1484" y="1207"/>
                    </a:cubicBezTo>
                    <a:cubicBezTo>
                      <a:pt x="1510" y="1173"/>
                      <a:pt x="1560" y="1173"/>
                      <a:pt x="1594" y="1198"/>
                    </a:cubicBezTo>
                    <a:lnTo>
                      <a:pt x="1830" y="1417"/>
                    </a:lnTo>
                    <a:cubicBezTo>
                      <a:pt x="1889" y="1350"/>
                      <a:pt x="1940" y="1283"/>
                      <a:pt x="1990" y="1215"/>
                    </a:cubicBezTo>
                    <a:cubicBezTo>
                      <a:pt x="1965" y="1198"/>
                      <a:pt x="1948" y="1173"/>
                      <a:pt x="1923" y="1156"/>
                    </a:cubicBezTo>
                    <a:cubicBezTo>
                      <a:pt x="1872" y="1097"/>
                      <a:pt x="1813" y="1038"/>
                      <a:pt x="1754" y="979"/>
                    </a:cubicBezTo>
                    <a:cubicBezTo>
                      <a:pt x="1636" y="869"/>
                      <a:pt x="1451" y="869"/>
                      <a:pt x="1333" y="987"/>
                    </a:cubicBezTo>
                    <a:cubicBezTo>
                      <a:pt x="1299" y="1030"/>
                      <a:pt x="1257" y="1063"/>
                      <a:pt x="1214" y="1105"/>
                    </a:cubicBezTo>
                    <a:cubicBezTo>
                      <a:pt x="1096" y="1223"/>
                      <a:pt x="902" y="1215"/>
                      <a:pt x="784" y="1097"/>
                    </a:cubicBezTo>
                    <a:cubicBezTo>
                      <a:pt x="734" y="1046"/>
                      <a:pt x="683" y="996"/>
                      <a:pt x="633" y="945"/>
                    </a:cubicBezTo>
                    <a:cubicBezTo>
                      <a:pt x="607" y="911"/>
                      <a:pt x="599" y="869"/>
                      <a:pt x="633" y="836"/>
                    </a:cubicBezTo>
                    <a:cubicBezTo>
                      <a:pt x="649" y="810"/>
                      <a:pt x="683" y="777"/>
                      <a:pt x="709" y="743"/>
                    </a:cubicBezTo>
                    <a:cubicBezTo>
                      <a:pt x="801" y="625"/>
                      <a:pt x="919" y="481"/>
                      <a:pt x="1046" y="363"/>
                    </a:cubicBezTo>
                    <a:close/>
                    <a:moveTo>
                      <a:pt x="2075" y="1080"/>
                    </a:moveTo>
                    <a:cubicBezTo>
                      <a:pt x="2134" y="962"/>
                      <a:pt x="2167" y="852"/>
                      <a:pt x="2167" y="734"/>
                    </a:cubicBezTo>
                    <a:lnTo>
                      <a:pt x="2167" y="734"/>
                    </a:lnTo>
                    <a:cubicBezTo>
                      <a:pt x="2167" y="642"/>
                      <a:pt x="2159" y="574"/>
                      <a:pt x="2134" y="515"/>
                    </a:cubicBezTo>
                    <a:cubicBezTo>
                      <a:pt x="2108" y="465"/>
                      <a:pt x="2075" y="414"/>
                      <a:pt x="2024" y="363"/>
                    </a:cubicBezTo>
                    <a:cubicBezTo>
                      <a:pt x="1931" y="271"/>
                      <a:pt x="1796" y="220"/>
                      <a:pt x="1670" y="220"/>
                    </a:cubicBezTo>
                    <a:cubicBezTo>
                      <a:pt x="1501" y="220"/>
                      <a:pt x="1333" y="321"/>
                      <a:pt x="1172" y="465"/>
                    </a:cubicBezTo>
                    <a:cubicBezTo>
                      <a:pt x="1046" y="583"/>
                      <a:pt x="936" y="718"/>
                      <a:pt x="835" y="836"/>
                    </a:cubicBezTo>
                    <a:cubicBezTo>
                      <a:pt x="818" y="852"/>
                      <a:pt x="810" y="869"/>
                      <a:pt x="793" y="886"/>
                    </a:cubicBezTo>
                    <a:cubicBezTo>
                      <a:pt x="835" y="920"/>
                      <a:pt x="869" y="954"/>
                      <a:pt x="902" y="987"/>
                    </a:cubicBezTo>
                    <a:cubicBezTo>
                      <a:pt x="961" y="1046"/>
                      <a:pt x="1046" y="1046"/>
                      <a:pt x="1105" y="987"/>
                    </a:cubicBezTo>
                    <a:cubicBezTo>
                      <a:pt x="1147" y="954"/>
                      <a:pt x="1181" y="911"/>
                      <a:pt x="1223" y="869"/>
                    </a:cubicBezTo>
                    <a:cubicBezTo>
                      <a:pt x="1400" y="701"/>
                      <a:pt x="1687" y="692"/>
                      <a:pt x="1864" y="869"/>
                    </a:cubicBezTo>
                    <a:cubicBezTo>
                      <a:pt x="1923" y="928"/>
                      <a:pt x="1982" y="987"/>
                      <a:pt x="2041" y="1046"/>
                    </a:cubicBezTo>
                    <a:cubicBezTo>
                      <a:pt x="2049" y="1055"/>
                      <a:pt x="2058" y="1063"/>
                      <a:pt x="2075" y="108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spcFirstLastPara="1" wrap="square" lIns="121868" tIns="121868" rIns="121868" bIns="121868" anchor="ctr" anchorCtr="0">
                <a:noAutofit/>
              </a:bodyPr>
              <a:lstStyle/>
              <a:p>
                <a:pPr defTabSz="1218682">
                  <a:buClr>
                    <a:srgbClr val="000000"/>
                  </a:buClr>
                  <a:defRPr/>
                </a:pPr>
                <a:endParaRPr lang="en-US" sz="1866" kern="0">
                  <a:solidFill>
                    <a:srgbClr val="FFFFFF"/>
                  </a:solidFill>
                  <a:latin typeface="Mona Sans Display" panose="020B0604020202020204" charset="0"/>
                  <a:cs typeface="Mona Sans Display" panose="020B0604020202020204" charset="0"/>
                  <a:sym typeface="Arial"/>
                </a:endParaRPr>
              </a:p>
            </p:txBody>
          </p:sp>
        </p:grp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FCF60628-A665-D802-95C2-FB8DD8608F5A}"/>
              </a:ext>
            </a:extLst>
          </p:cNvPr>
          <p:cNvGrpSpPr/>
          <p:nvPr/>
        </p:nvGrpSpPr>
        <p:grpSpPr>
          <a:xfrm>
            <a:off x="7727728" y="2716783"/>
            <a:ext cx="2878001" cy="2828175"/>
            <a:chOff x="23184451" y="7633972"/>
            <a:chExt cx="8636254" cy="848673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59DF1C2-2D21-B3DB-DE4D-0460A301A600}"/>
                </a:ext>
              </a:extLst>
            </p:cNvPr>
            <p:cNvGrpSpPr/>
            <p:nvPr/>
          </p:nvGrpSpPr>
          <p:grpSpPr>
            <a:xfrm>
              <a:off x="23184451" y="7633972"/>
              <a:ext cx="8636254" cy="8486735"/>
              <a:chOff x="18535512" y="1142999"/>
              <a:chExt cx="16918742" cy="16625829"/>
            </a:xfrm>
          </p:grpSpPr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9F88D301-B341-12A1-5FC8-5FE6DACB1D62}"/>
                  </a:ext>
                </a:extLst>
              </p:cNvPr>
              <p:cNvSpPr/>
              <p:nvPr/>
            </p:nvSpPr>
            <p:spPr>
              <a:xfrm>
                <a:off x="18560459" y="1143002"/>
                <a:ext cx="16893795" cy="16612437"/>
              </a:xfrm>
              <a:prstGeom prst="roundRect">
                <a:avLst>
                  <a:gd name="adj" fmla="val 3598"/>
                </a:avLst>
              </a:prstGeom>
              <a:gradFill>
                <a:gsLst>
                  <a:gs pos="25000">
                    <a:srgbClr val="9EECFF"/>
                  </a:gs>
                  <a:gs pos="100000">
                    <a:srgbClr val="3194FF"/>
                  </a:gs>
                </a:gsLst>
                <a:lin ang="5400000" scaled="1"/>
              </a:gra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>
                  <a:defRPr/>
                </a:pPr>
                <a:endParaRPr lang="en-US" sz="6464">
                  <a:solidFill>
                    <a:srgbClr val="FFFFFF"/>
                  </a:solidFill>
                  <a:latin typeface="Mona Sans Display" panose="020B0604020202020204" charset="0"/>
                  <a:cs typeface="Mona Sans Display" panose="020B0604020202020204" charset="0"/>
                </a:endParaRPr>
              </a:p>
            </p:txBody>
          </p:sp>
          <p:pic>
            <p:nvPicPr>
              <p:cNvPr id="9" name="Picture 8" descr="A green cube with black background&#10;&#10;AI-generated content may be incorrect.">
                <a:extLst>
                  <a:ext uri="{FF2B5EF4-FFF2-40B4-BE49-F238E27FC236}">
                    <a16:creationId xmlns:a16="http://schemas.microsoft.com/office/drawing/2014/main" id="{F107E44E-57E2-E0DA-DB01-2422A0F19F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 flipV="1">
                <a:off x="23554113" y="5635677"/>
                <a:ext cx="7134060" cy="7134054"/>
              </a:xfrm>
              <a:prstGeom prst="rect">
                <a:avLst/>
              </a:prstGeom>
            </p:spPr>
          </p:pic>
          <p:pic>
            <p:nvPicPr>
              <p:cNvPr id="10" name="Picture 9" descr="A green cube with black background&#10;&#10;AI-generated content may be incorrect.">
                <a:extLst>
                  <a:ext uri="{FF2B5EF4-FFF2-40B4-BE49-F238E27FC236}">
                    <a16:creationId xmlns:a16="http://schemas.microsoft.com/office/drawing/2014/main" id="{0196A7E4-EB0B-1031-1023-B04AE3D291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 flipV="1">
                <a:off x="27043077" y="9345728"/>
                <a:ext cx="6620958" cy="6620955"/>
              </a:xfrm>
              <a:prstGeom prst="rect">
                <a:avLst/>
              </a:prstGeom>
            </p:spPr>
          </p:pic>
          <p:pic>
            <p:nvPicPr>
              <p:cNvPr id="11" name="Picture 10" descr="A green cube with black background&#10;&#10;AI-generated content may be incorrect.">
                <a:extLst>
                  <a:ext uri="{FF2B5EF4-FFF2-40B4-BE49-F238E27FC236}">
                    <a16:creationId xmlns:a16="http://schemas.microsoft.com/office/drawing/2014/main" id="{252B9E71-4C7E-1C6C-19E6-CB5A27F03F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 flipV="1">
                <a:off x="20521032" y="9345728"/>
                <a:ext cx="6620958" cy="6620955"/>
              </a:xfrm>
              <a:prstGeom prst="rect">
                <a:avLst/>
              </a:prstGeom>
            </p:spPr>
          </p:pic>
          <p:pic>
            <p:nvPicPr>
              <p:cNvPr id="12" name="Picture 11" descr="A green cube with black background&#10;&#10;AI-generated content may be incorrect.">
                <a:extLst>
                  <a:ext uri="{FF2B5EF4-FFF2-40B4-BE49-F238E27FC236}">
                    <a16:creationId xmlns:a16="http://schemas.microsoft.com/office/drawing/2014/main" id="{1DA5D8BB-EA99-CB7E-21AA-7DD521810C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 flipV="1">
                <a:off x="23824968" y="11147867"/>
                <a:ext cx="6620958" cy="6620955"/>
              </a:xfrm>
              <a:prstGeom prst="rect">
                <a:avLst/>
              </a:prstGeom>
            </p:spPr>
          </p:pic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728F5B11-8C39-4D0F-DC31-501BFA199A60}"/>
                  </a:ext>
                </a:extLst>
              </p:cNvPr>
              <p:cNvSpPr/>
              <p:nvPr/>
            </p:nvSpPr>
            <p:spPr>
              <a:xfrm>
                <a:off x="24883620" y="5230431"/>
                <a:ext cx="4483530" cy="4483530"/>
              </a:xfrm>
              <a:prstGeom prst="roundRect">
                <a:avLst>
                  <a:gd name="adj" fmla="val 4081"/>
                </a:avLst>
              </a:prstGeom>
              <a:gradFill flip="none" rotWithShape="1">
                <a:gsLst>
                  <a:gs pos="100000">
                    <a:schemeClr val="accent4">
                      <a:alpha val="0"/>
                    </a:schemeClr>
                  </a:gs>
                  <a:gs pos="0">
                    <a:schemeClr val="accent4"/>
                  </a:gs>
                </a:gsLst>
                <a:path path="rect">
                  <a:fillToRect l="50000" t="50000" r="50000" b="50000"/>
                </a:path>
                <a:tileRect/>
              </a:gradFill>
              <a:ln>
                <a:noFill/>
              </a:ln>
              <a:scene3d>
                <a:camera prst="isometricTopUp"/>
                <a:lightRig rig="threePt" dir="t"/>
              </a:scene3d>
              <a:sp3d prstMaterial="matte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>
                  <a:defRPr/>
                </a:pPr>
                <a:endParaRPr lang="en-US" sz="6464">
                  <a:solidFill>
                    <a:srgbClr val="FFFFFF"/>
                  </a:solidFill>
                  <a:latin typeface="Mona Sans Display" panose="020B0604020202020204" charset="0"/>
                  <a:cs typeface="Mona Sans Display" panose="020B0604020202020204" charset="0"/>
                </a:endParaRPr>
              </a:p>
            </p:txBody>
          </p:sp>
          <p:pic>
            <p:nvPicPr>
              <p:cNvPr id="44" name="Picture 43" descr="A cartoon of a cat&#10;&#10;AI-generated content may be incorrect.">
                <a:extLst>
                  <a:ext uri="{FF2B5EF4-FFF2-40B4-BE49-F238E27FC236}">
                    <a16:creationId xmlns:a16="http://schemas.microsoft.com/office/drawing/2014/main" id="{795279CD-53BB-C65A-42D7-62696F7E44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21300000">
                <a:off x="23803863" y="2460383"/>
                <a:ext cx="6577344" cy="6577341"/>
              </a:xfrm>
              <a:prstGeom prst="rect">
                <a:avLst/>
              </a:prstGeom>
            </p:spPr>
          </p:pic>
          <p:pic>
            <p:nvPicPr>
              <p:cNvPr id="45" name="Picture 44" descr="A green cube with black background&#10;&#10;AI-generated content may be incorrect.">
                <a:extLst>
                  <a:ext uri="{FF2B5EF4-FFF2-40B4-BE49-F238E27FC236}">
                    <a16:creationId xmlns:a16="http://schemas.microsoft.com/office/drawing/2014/main" id="{1F8D0F33-D50F-8F99-DC6B-32E698125D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 rot="10800000" flipV="1">
                <a:off x="30046455" y="11147867"/>
                <a:ext cx="5384034" cy="6620955"/>
              </a:xfrm>
              <a:prstGeom prst="rect">
                <a:avLst/>
              </a:prstGeom>
            </p:spPr>
          </p:pic>
          <p:pic>
            <p:nvPicPr>
              <p:cNvPr id="46" name="Picture 45" descr="A green cube with black background&#10;&#10;AI-generated content may be incorrect.">
                <a:extLst>
                  <a:ext uri="{FF2B5EF4-FFF2-40B4-BE49-F238E27FC236}">
                    <a16:creationId xmlns:a16="http://schemas.microsoft.com/office/drawing/2014/main" id="{097CF29C-A670-DDF3-DCC9-457083BCDC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 rot="10800000" flipV="1">
                <a:off x="26862513" y="12941120"/>
                <a:ext cx="6620958" cy="4814319"/>
              </a:xfrm>
              <a:prstGeom prst="rect">
                <a:avLst/>
              </a:prstGeom>
            </p:spPr>
          </p:pic>
          <p:pic>
            <p:nvPicPr>
              <p:cNvPr id="47" name="Picture 46" descr="A blue robot head with yellow lights&#10;&#10;AI-generated content may be incorrect.">
                <a:extLst>
                  <a:ext uri="{FF2B5EF4-FFF2-40B4-BE49-F238E27FC236}">
                    <a16:creationId xmlns:a16="http://schemas.microsoft.com/office/drawing/2014/main" id="{CF783F2C-E9E2-430B-A594-677435FF1D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21300000">
                <a:off x="30161316" y="7594728"/>
                <a:ext cx="3712734" cy="3712734"/>
              </a:xfrm>
              <a:prstGeom prst="rect">
                <a:avLst/>
              </a:prstGeom>
            </p:spPr>
          </p:pic>
          <p:pic>
            <p:nvPicPr>
              <p:cNvPr id="48" name="Picture 47" descr="A green cube with black background&#10;&#10;AI-generated content may be incorrect.">
                <a:extLst>
                  <a:ext uri="{FF2B5EF4-FFF2-40B4-BE49-F238E27FC236}">
                    <a16:creationId xmlns:a16="http://schemas.microsoft.com/office/drawing/2014/main" id="{C9FD3FCD-7492-E07A-64A2-036F1C512E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 rot="10800000" flipV="1">
                <a:off x="18572939" y="11147873"/>
                <a:ext cx="5395311" cy="6620955"/>
              </a:xfrm>
              <a:prstGeom prst="rect">
                <a:avLst/>
              </a:prstGeom>
            </p:spPr>
          </p:pic>
          <p:sp>
            <p:nvSpPr>
              <p:cNvPr id="49" name="Rounded Rectangle 48">
                <a:extLst>
                  <a:ext uri="{FF2B5EF4-FFF2-40B4-BE49-F238E27FC236}">
                    <a16:creationId xmlns:a16="http://schemas.microsoft.com/office/drawing/2014/main" id="{EC1E94A9-C7EA-185D-C95D-CE005D358729}"/>
                  </a:ext>
                </a:extLst>
              </p:cNvPr>
              <p:cNvSpPr/>
              <p:nvPr/>
            </p:nvSpPr>
            <p:spPr>
              <a:xfrm>
                <a:off x="19647234" y="11864523"/>
                <a:ext cx="2091600" cy="209160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7000">
                    <a:schemeClr val="accent4">
                      <a:alpha val="0"/>
                    </a:schemeClr>
                  </a:gs>
                  <a:gs pos="0">
                    <a:schemeClr val="accent4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scene3d>
                <a:camera prst="isometricTopUp"/>
                <a:lightRig rig="threePt" dir="t"/>
              </a:scene3d>
              <a:sp3d prstMaterial="matte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>
                  <a:defRPr/>
                </a:pPr>
                <a:endParaRPr lang="en-US" sz="6464">
                  <a:solidFill>
                    <a:srgbClr val="FFFFFF"/>
                  </a:solidFill>
                  <a:latin typeface="Mona Sans Display" panose="020B0604020202020204" charset="0"/>
                  <a:cs typeface="Mona Sans Display" panose="020B0604020202020204" charset="0"/>
                </a:endParaRPr>
              </a:p>
            </p:txBody>
          </p:sp>
          <p:pic>
            <p:nvPicPr>
              <p:cNvPr id="50" name="Picture 49" descr="A green cube with black background&#10;&#10;AI-generated content may be incorrect.">
                <a:extLst>
                  <a:ext uri="{FF2B5EF4-FFF2-40B4-BE49-F238E27FC236}">
                    <a16:creationId xmlns:a16="http://schemas.microsoft.com/office/drawing/2014/main" id="{ED2000DB-3656-257E-C31E-1BD7C182A6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t="-1"/>
              <a:stretch>
                <a:fillRect/>
              </a:stretch>
            </p:blipFill>
            <p:spPr>
              <a:xfrm rot="10800000" flipV="1">
                <a:off x="20750811" y="13050914"/>
                <a:ext cx="6620958" cy="4704525"/>
              </a:xfrm>
              <a:prstGeom prst="rect">
                <a:avLst/>
              </a:prstGeom>
            </p:spPr>
          </p:pic>
          <p:pic>
            <p:nvPicPr>
              <p:cNvPr id="51" name="Picture 50" descr="A blue robot head with yellow lights&#10;&#10;AI-generated content may be incorrect.">
                <a:extLst>
                  <a:ext uri="{FF2B5EF4-FFF2-40B4-BE49-F238E27FC236}">
                    <a16:creationId xmlns:a16="http://schemas.microsoft.com/office/drawing/2014/main" id="{23182360-0345-4E81-80FF-87647A6A3A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300000" flipH="1">
                <a:off x="19727850" y="11531043"/>
                <a:ext cx="1905222" cy="1905222"/>
              </a:xfrm>
              <a:prstGeom prst="rect">
                <a:avLst/>
              </a:prstGeom>
            </p:spPr>
          </p:pic>
          <p:sp>
            <p:nvSpPr>
              <p:cNvPr id="52" name="Rounded Rectangle 51">
                <a:extLst>
                  <a:ext uri="{FF2B5EF4-FFF2-40B4-BE49-F238E27FC236}">
                    <a16:creationId xmlns:a16="http://schemas.microsoft.com/office/drawing/2014/main" id="{C94744C8-809B-0F70-5FA3-48B4E2F095E6}"/>
                  </a:ext>
                </a:extLst>
              </p:cNvPr>
              <p:cNvSpPr/>
              <p:nvPr/>
            </p:nvSpPr>
            <p:spPr>
              <a:xfrm>
                <a:off x="31003422" y="10675986"/>
                <a:ext cx="2091600" cy="209160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7000">
                    <a:schemeClr val="accent4">
                      <a:alpha val="0"/>
                    </a:schemeClr>
                  </a:gs>
                  <a:gs pos="0">
                    <a:schemeClr val="accent4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scene3d>
                <a:camera prst="isometricTopUp"/>
                <a:lightRig rig="threePt" dir="t"/>
              </a:scene3d>
              <a:sp3d prstMaterial="matte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>
                  <a:defRPr/>
                </a:pPr>
                <a:endParaRPr lang="en-US" sz="6464">
                  <a:solidFill>
                    <a:srgbClr val="FFFFFF"/>
                  </a:solidFill>
                  <a:latin typeface="Mona Sans Display" panose="020B0604020202020204" charset="0"/>
                  <a:cs typeface="Mona Sans Display" panose="020B0604020202020204" charset="0"/>
                </a:endParaRPr>
              </a:p>
            </p:txBody>
          </p:sp>
          <p:sp>
            <p:nvSpPr>
              <p:cNvPr id="53" name="Rounded Rectangle 52">
                <a:extLst>
                  <a:ext uri="{FF2B5EF4-FFF2-40B4-BE49-F238E27FC236}">
                    <a16:creationId xmlns:a16="http://schemas.microsoft.com/office/drawing/2014/main" id="{303349F1-8559-B86F-D9B2-87784A468B2B}"/>
                  </a:ext>
                </a:extLst>
              </p:cNvPr>
              <p:cNvSpPr/>
              <p:nvPr/>
            </p:nvSpPr>
            <p:spPr>
              <a:xfrm>
                <a:off x="25770015" y="11737266"/>
                <a:ext cx="2530842" cy="2530842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7000">
                    <a:schemeClr val="accent4">
                      <a:alpha val="0"/>
                    </a:schemeClr>
                  </a:gs>
                  <a:gs pos="0">
                    <a:schemeClr val="accent4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scene3d>
                <a:camera prst="isometricTopUp"/>
                <a:lightRig rig="threePt" dir="t"/>
              </a:scene3d>
              <a:sp3d prstMaterial="matte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>
                  <a:defRPr/>
                </a:pPr>
                <a:endParaRPr lang="en-US" sz="6464">
                  <a:solidFill>
                    <a:srgbClr val="FFFFFF"/>
                  </a:solidFill>
                  <a:latin typeface="Mona Sans Display" panose="020B0604020202020204" charset="0"/>
                  <a:cs typeface="Mona Sans Display" panose="020B0604020202020204" charset="0"/>
                </a:endParaRPr>
              </a:p>
            </p:txBody>
          </p:sp>
          <p:pic>
            <p:nvPicPr>
              <p:cNvPr id="54" name="Picture 53" descr="A blue robot head with yellow lights&#10;&#10;AI-generated content may be incorrect.">
                <a:extLst>
                  <a:ext uri="{FF2B5EF4-FFF2-40B4-BE49-F238E27FC236}">
                    <a16:creationId xmlns:a16="http://schemas.microsoft.com/office/drawing/2014/main" id="{4C4367C3-B6CA-04C9-A050-41A2F6AB5A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300000" flipH="1">
                <a:off x="25586952" y="10800057"/>
                <a:ext cx="3068376" cy="3068376"/>
              </a:xfrm>
              <a:prstGeom prst="rect">
                <a:avLst/>
              </a:prstGeom>
            </p:spPr>
          </p:pic>
          <p:grpSp>
            <p:nvGrpSpPr>
              <p:cNvPr id="55" name="Google Shape;1276;p65">
                <a:extLst>
                  <a:ext uri="{FF2B5EF4-FFF2-40B4-BE49-F238E27FC236}">
                    <a16:creationId xmlns:a16="http://schemas.microsoft.com/office/drawing/2014/main" id="{B15F3742-E1CB-C84A-7D82-E6EBBDDEF8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20087482" y="9803418"/>
                <a:ext cx="1119187" cy="1119186"/>
                <a:chOff x="4027450" y="4768275"/>
                <a:chExt cx="58000" cy="58000"/>
              </a:xfrm>
              <a:solidFill>
                <a:schemeClr val="accent4"/>
              </a:solidFill>
            </p:grpSpPr>
            <p:sp>
              <p:nvSpPr>
                <p:cNvPr id="188" name="Google Shape;1277;p65">
                  <a:extLst>
                    <a:ext uri="{FF2B5EF4-FFF2-40B4-BE49-F238E27FC236}">
                      <a16:creationId xmlns:a16="http://schemas.microsoft.com/office/drawing/2014/main" id="{E7195913-1C31-7698-6C2F-DAFD26DEE297}"/>
                    </a:ext>
                  </a:extLst>
                </p:cNvPr>
                <p:cNvSpPr/>
                <p:nvPr/>
              </p:nvSpPr>
              <p:spPr>
                <a:xfrm>
                  <a:off x="4041775" y="4786625"/>
                  <a:ext cx="29350" cy="2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4" h="844" extrusionOk="0">
                      <a:moveTo>
                        <a:pt x="1089" y="1"/>
                      </a:moveTo>
                      <a:cubicBezTo>
                        <a:pt x="1068" y="1"/>
                        <a:pt x="1047" y="9"/>
                        <a:pt x="1030" y="26"/>
                      </a:cubicBezTo>
                      <a:lnTo>
                        <a:pt x="406" y="650"/>
                      </a:lnTo>
                      <a:lnTo>
                        <a:pt x="144" y="397"/>
                      </a:lnTo>
                      <a:cubicBezTo>
                        <a:pt x="127" y="380"/>
                        <a:pt x="106" y="372"/>
                        <a:pt x="86" y="372"/>
                      </a:cubicBezTo>
                      <a:cubicBezTo>
                        <a:pt x="66" y="372"/>
                        <a:pt x="47" y="380"/>
                        <a:pt x="35" y="397"/>
                      </a:cubicBezTo>
                      <a:cubicBezTo>
                        <a:pt x="1" y="422"/>
                        <a:pt x="1" y="473"/>
                        <a:pt x="35" y="507"/>
                      </a:cubicBezTo>
                      <a:lnTo>
                        <a:pt x="347" y="819"/>
                      </a:lnTo>
                      <a:cubicBezTo>
                        <a:pt x="364" y="835"/>
                        <a:pt x="385" y="844"/>
                        <a:pt x="405" y="844"/>
                      </a:cubicBezTo>
                      <a:cubicBezTo>
                        <a:pt x="425" y="844"/>
                        <a:pt x="444" y="835"/>
                        <a:pt x="456" y="819"/>
                      </a:cubicBezTo>
                      <a:lnTo>
                        <a:pt x="1148" y="136"/>
                      </a:lnTo>
                      <a:cubicBezTo>
                        <a:pt x="1173" y="102"/>
                        <a:pt x="1173" y="51"/>
                        <a:pt x="1148" y="26"/>
                      </a:cubicBezTo>
                      <a:cubicBezTo>
                        <a:pt x="1131" y="9"/>
                        <a:pt x="1110" y="1"/>
                        <a:pt x="108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FFFFFF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189" name="Google Shape;1278;p65">
                  <a:extLst>
                    <a:ext uri="{FF2B5EF4-FFF2-40B4-BE49-F238E27FC236}">
                      <a16:creationId xmlns:a16="http://schemas.microsoft.com/office/drawing/2014/main" id="{64BD7C70-A5FD-C6AF-4351-449D362B4EA6}"/>
                    </a:ext>
                  </a:extLst>
                </p:cNvPr>
                <p:cNvSpPr/>
                <p:nvPr/>
              </p:nvSpPr>
              <p:spPr>
                <a:xfrm>
                  <a:off x="4027450" y="4768275"/>
                  <a:ext cx="58000" cy="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0" h="2320" extrusionOk="0">
                      <a:moveTo>
                        <a:pt x="1164" y="1"/>
                      </a:moveTo>
                      <a:cubicBezTo>
                        <a:pt x="523" y="1"/>
                        <a:pt x="1" y="515"/>
                        <a:pt x="1" y="1156"/>
                      </a:cubicBezTo>
                      <a:cubicBezTo>
                        <a:pt x="1" y="1797"/>
                        <a:pt x="523" y="2320"/>
                        <a:pt x="1164" y="2320"/>
                      </a:cubicBezTo>
                      <a:cubicBezTo>
                        <a:pt x="1797" y="2320"/>
                        <a:pt x="2320" y="1797"/>
                        <a:pt x="2320" y="1156"/>
                      </a:cubicBezTo>
                      <a:cubicBezTo>
                        <a:pt x="2320" y="515"/>
                        <a:pt x="1797" y="1"/>
                        <a:pt x="1164" y="1"/>
                      </a:cubicBezTo>
                      <a:close/>
                      <a:moveTo>
                        <a:pt x="161" y="1156"/>
                      </a:moveTo>
                      <a:cubicBezTo>
                        <a:pt x="161" y="600"/>
                        <a:pt x="608" y="153"/>
                        <a:pt x="1164" y="153"/>
                      </a:cubicBezTo>
                      <a:cubicBezTo>
                        <a:pt x="1712" y="153"/>
                        <a:pt x="2159" y="600"/>
                        <a:pt x="2159" y="1156"/>
                      </a:cubicBezTo>
                      <a:cubicBezTo>
                        <a:pt x="2159" y="1713"/>
                        <a:pt x="1712" y="2160"/>
                        <a:pt x="1164" y="2160"/>
                      </a:cubicBezTo>
                      <a:cubicBezTo>
                        <a:pt x="608" y="2160"/>
                        <a:pt x="161" y="1713"/>
                        <a:pt x="161" y="115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FFFFFF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</p:grpSp>
          <p:grpSp>
            <p:nvGrpSpPr>
              <p:cNvPr id="56" name="Google Shape;1276;p65">
                <a:extLst>
                  <a:ext uri="{FF2B5EF4-FFF2-40B4-BE49-F238E27FC236}">
                    <a16:creationId xmlns:a16="http://schemas.microsoft.com/office/drawing/2014/main" id="{30D13591-B55D-0336-13B2-4258F8AEA1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20087482" y="8412729"/>
                <a:ext cx="1119187" cy="1119186"/>
                <a:chOff x="4027450" y="4768275"/>
                <a:chExt cx="58000" cy="58000"/>
              </a:xfrm>
              <a:solidFill>
                <a:schemeClr val="accent4">
                  <a:alpha val="50000"/>
                </a:schemeClr>
              </a:solidFill>
            </p:grpSpPr>
            <p:sp>
              <p:nvSpPr>
                <p:cNvPr id="186" name="Google Shape;1277;p65">
                  <a:extLst>
                    <a:ext uri="{FF2B5EF4-FFF2-40B4-BE49-F238E27FC236}">
                      <a16:creationId xmlns:a16="http://schemas.microsoft.com/office/drawing/2014/main" id="{9908949C-60FE-7C1D-D44D-CC8E70DC52B9}"/>
                    </a:ext>
                  </a:extLst>
                </p:cNvPr>
                <p:cNvSpPr/>
                <p:nvPr/>
              </p:nvSpPr>
              <p:spPr>
                <a:xfrm>
                  <a:off x="4041775" y="4786625"/>
                  <a:ext cx="29350" cy="2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4" h="844" extrusionOk="0">
                      <a:moveTo>
                        <a:pt x="1089" y="1"/>
                      </a:moveTo>
                      <a:cubicBezTo>
                        <a:pt x="1068" y="1"/>
                        <a:pt x="1047" y="9"/>
                        <a:pt x="1030" y="26"/>
                      </a:cubicBezTo>
                      <a:lnTo>
                        <a:pt x="406" y="650"/>
                      </a:lnTo>
                      <a:lnTo>
                        <a:pt x="144" y="397"/>
                      </a:lnTo>
                      <a:cubicBezTo>
                        <a:pt x="127" y="380"/>
                        <a:pt x="106" y="372"/>
                        <a:pt x="86" y="372"/>
                      </a:cubicBezTo>
                      <a:cubicBezTo>
                        <a:pt x="66" y="372"/>
                        <a:pt x="47" y="380"/>
                        <a:pt x="35" y="397"/>
                      </a:cubicBezTo>
                      <a:cubicBezTo>
                        <a:pt x="1" y="422"/>
                        <a:pt x="1" y="473"/>
                        <a:pt x="35" y="507"/>
                      </a:cubicBezTo>
                      <a:lnTo>
                        <a:pt x="347" y="819"/>
                      </a:lnTo>
                      <a:cubicBezTo>
                        <a:pt x="364" y="835"/>
                        <a:pt x="385" y="844"/>
                        <a:pt x="405" y="844"/>
                      </a:cubicBezTo>
                      <a:cubicBezTo>
                        <a:pt x="425" y="844"/>
                        <a:pt x="444" y="835"/>
                        <a:pt x="456" y="819"/>
                      </a:cubicBezTo>
                      <a:lnTo>
                        <a:pt x="1148" y="136"/>
                      </a:lnTo>
                      <a:cubicBezTo>
                        <a:pt x="1173" y="102"/>
                        <a:pt x="1173" y="51"/>
                        <a:pt x="1148" y="26"/>
                      </a:cubicBezTo>
                      <a:cubicBezTo>
                        <a:pt x="1131" y="9"/>
                        <a:pt x="1110" y="1"/>
                        <a:pt x="108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FFFFFF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187" name="Google Shape;1278;p65">
                  <a:extLst>
                    <a:ext uri="{FF2B5EF4-FFF2-40B4-BE49-F238E27FC236}">
                      <a16:creationId xmlns:a16="http://schemas.microsoft.com/office/drawing/2014/main" id="{008BF74B-267B-40AA-A109-EC7FDA37126E}"/>
                    </a:ext>
                  </a:extLst>
                </p:cNvPr>
                <p:cNvSpPr/>
                <p:nvPr/>
              </p:nvSpPr>
              <p:spPr>
                <a:xfrm>
                  <a:off x="4027450" y="4768275"/>
                  <a:ext cx="58000" cy="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0" h="2320" extrusionOk="0">
                      <a:moveTo>
                        <a:pt x="1164" y="1"/>
                      </a:moveTo>
                      <a:cubicBezTo>
                        <a:pt x="523" y="1"/>
                        <a:pt x="1" y="515"/>
                        <a:pt x="1" y="1156"/>
                      </a:cubicBezTo>
                      <a:cubicBezTo>
                        <a:pt x="1" y="1797"/>
                        <a:pt x="523" y="2320"/>
                        <a:pt x="1164" y="2320"/>
                      </a:cubicBezTo>
                      <a:cubicBezTo>
                        <a:pt x="1797" y="2320"/>
                        <a:pt x="2320" y="1797"/>
                        <a:pt x="2320" y="1156"/>
                      </a:cubicBezTo>
                      <a:cubicBezTo>
                        <a:pt x="2320" y="515"/>
                        <a:pt x="1797" y="1"/>
                        <a:pt x="1164" y="1"/>
                      </a:cubicBezTo>
                      <a:close/>
                      <a:moveTo>
                        <a:pt x="161" y="1156"/>
                      </a:moveTo>
                      <a:cubicBezTo>
                        <a:pt x="161" y="600"/>
                        <a:pt x="608" y="153"/>
                        <a:pt x="1164" y="153"/>
                      </a:cubicBezTo>
                      <a:cubicBezTo>
                        <a:pt x="1712" y="153"/>
                        <a:pt x="2159" y="600"/>
                        <a:pt x="2159" y="1156"/>
                      </a:cubicBezTo>
                      <a:cubicBezTo>
                        <a:pt x="2159" y="1713"/>
                        <a:pt x="1712" y="2160"/>
                        <a:pt x="1164" y="2160"/>
                      </a:cubicBezTo>
                      <a:cubicBezTo>
                        <a:pt x="608" y="2160"/>
                        <a:pt x="161" y="1713"/>
                        <a:pt x="161" y="115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FFFFFF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</p:grpSp>
          <p:grpSp>
            <p:nvGrpSpPr>
              <p:cNvPr id="57" name="Google Shape;1276;p65">
                <a:extLst>
                  <a:ext uri="{FF2B5EF4-FFF2-40B4-BE49-F238E27FC236}">
                    <a16:creationId xmlns:a16="http://schemas.microsoft.com/office/drawing/2014/main" id="{24C58BF9-E15E-5B2F-78F0-AACEF477BB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20087482" y="7058640"/>
                <a:ext cx="1119187" cy="1119186"/>
                <a:chOff x="4027450" y="4768275"/>
                <a:chExt cx="58000" cy="58000"/>
              </a:xfrm>
              <a:solidFill>
                <a:schemeClr val="accent4">
                  <a:alpha val="25000"/>
                </a:schemeClr>
              </a:solidFill>
            </p:grpSpPr>
            <p:sp>
              <p:nvSpPr>
                <p:cNvPr id="184" name="Google Shape;1277;p65">
                  <a:extLst>
                    <a:ext uri="{FF2B5EF4-FFF2-40B4-BE49-F238E27FC236}">
                      <a16:creationId xmlns:a16="http://schemas.microsoft.com/office/drawing/2014/main" id="{E7431A03-9420-B305-AB2B-220C2716338C}"/>
                    </a:ext>
                  </a:extLst>
                </p:cNvPr>
                <p:cNvSpPr/>
                <p:nvPr/>
              </p:nvSpPr>
              <p:spPr>
                <a:xfrm>
                  <a:off x="4041775" y="4786625"/>
                  <a:ext cx="29350" cy="2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4" h="844" extrusionOk="0">
                      <a:moveTo>
                        <a:pt x="1089" y="1"/>
                      </a:moveTo>
                      <a:cubicBezTo>
                        <a:pt x="1068" y="1"/>
                        <a:pt x="1047" y="9"/>
                        <a:pt x="1030" y="26"/>
                      </a:cubicBezTo>
                      <a:lnTo>
                        <a:pt x="406" y="650"/>
                      </a:lnTo>
                      <a:lnTo>
                        <a:pt x="144" y="397"/>
                      </a:lnTo>
                      <a:cubicBezTo>
                        <a:pt x="127" y="380"/>
                        <a:pt x="106" y="372"/>
                        <a:pt x="86" y="372"/>
                      </a:cubicBezTo>
                      <a:cubicBezTo>
                        <a:pt x="66" y="372"/>
                        <a:pt x="47" y="380"/>
                        <a:pt x="35" y="397"/>
                      </a:cubicBezTo>
                      <a:cubicBezTo>
                        <a:pt x="1" y="422"/>
                        <a:pt x="1" y="473"/>
                        <a:pt x="35" y="507"/>
                      </a:cubicBezTo>
                      <a:lnTo>
                        <a:pt x="347" y="819"/>
                      </a:lnTo>
                      <a:cubicBezTo>
                        <a:pt x="364" y="835"/>
                        <a:pt x="385" y="844"/>
                        <a:pt x="405" y="844"/>
                      </a:cubicBezTo>
                      <a:cubicBezTo>
                        <a:pt x="425" y="844"/>
                        <a:pt x="444" y="835"/>
                        <a:pt x="456" y="819"/>
                      </a:cubicBezTo>
                      <a:lnTo>
                        <a:pt x="1148" y="136"/>
                      </a:lnTo>
                      <a:cubicBezTo>
                        <a:pt x="1173" y="102"/>
                        <a:pt x="1173" y="51"/>
                        <a:pt x="1148" y="26"/>
                      </a:cubicBezTo>
                      <a:cubicBezTo>
                        <a:pt x="1131" y="9"/>
                        <a:pt x="1110" y="1"/>
                        <a:pt x="108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FFFFFF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185" name="Google Shape;1278;p65">
                  <a:extLst>
                    <a:ext uri="{FF2B5EF4-FFF2-40B4-BE49-F238E27FC236}">
                      <a16:creationId xmlns:a16="http://schemas.microsoft.com/office/drawing/2014/main" id="{8E542ACD-D237-286F-8C6E-A0E9C8971553}"/>
                    </a:ext>
                  </a:extLst>
                </p:cNvPr>
                <p:cNvSpPr/>
                <p:nvPr/>
              </p:nvSpPr>
              <p:spPr>
                <a:xfrm>
                  <a:off x="4027450" y="4768275"/>
                  <a:ext cx="58000" cy="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0" h="2320" extrusionOk="0">
                      <a:moveTo>
                        <a:pt x="1164" y="1"/>
                      </a:moveTo>
                      <a:cubicBezTo>
                        <a:pt x="523" y="1"/>
                        <a:pt x="1" y="515"/>
                        <a:pt x="1" y="1156"/>
                      </a:cubicBezTo>
                      <a:cubicBezTo>
                        <a:pt x="1" y="1797"/>
                        <a:pt x="523" y="2320"/>
                        <a:pt x="1164" y="2320"/>
                      </a:cubicBezTo>
                      <a:cubicBezTo>
                        <a:pt x="1797" y="2320"/>
                        <a:pt x="2320" y="1797"/>
                        <a:pt x="2320" y="1156"/>
                      </a:cubicBezTo>
                      <a:cubicBezTo>
                        <a:pt x="2320" y="515"/>
                        <a:pt x="1797" y="1"/>
                        <a:pt x="1164" y="1"/>
                      </a:cubicBezTo>
                      <a:close/>
                      <a:moveTo>
                        <a:pt x="161" y="1156"/>
                      </a:moveTo>
                      <a:cubicBezTo>
                        <a:pt x="161" y="600"/>
                        <a:pt x="608" y="153"/>
                        <a:pt x="1164" y="153"/>
                      </a:cubicBezTo>
                      <a:cubicBezTo>
                        <a:pt x="1712" y="153"/>
                        <a:pt x="2159" y="600"/>
                        <a:pt x="2159" y="1156"/>
                      </a:cubicBezTo>
                      <a:cubicBezTo>
                        <a:pt x="2159" y="1713"/>
                        <a:pt x="1712" y="2160"/>
                        <a:pt x="1164" y="2160"/>
                      </a:cubicBezTo>
                      <a:cubicBezTo>
                        <a:pt x="608" y="2160"/>
                        <a:pt x="161" y="1713"/>
                        <a:pt x="161" y="115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FFFFFF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</p:grpSp>
          <p:grpSp>
            <p:nvGrpSpPr>
              <p:cNvPr id="58" name="Google Shape;1276;p65">
                <a:extLst>
                  <a:ext uri="{FF2B5EF4-FFF2-40B4-BE49-F238E27FC236}">
                    <a16:creationId xmlns:a16="http://schemas.microsoft.com/office/drawing/2014/main" id="{069596E6-2DED-DA86-79C1-F86B82DE62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23086695" y="10276944"/>
                <a:ext cx="1489632" cy="1489632"/>
                <a:chOff x="4027450" y="4768275"/>
                <a:chExt cx="58000" cy="58000"/>
              </a:xfrm>
              <a:solidFill>
                <a:schemeClr val="accent4"/>
              </a:solidFill>
              <a:scene3d>
                <a:camera prst="isometricTopUp"/>
                <a:lightRig rig="threePt" dir="t"/>
              </a:scene3d>
            </p:grpSpPr>
            <p:sp>
              <p:nvSpPr>
                <p:cNvPr id="179" name="Google Shape;1277;p65">
                  <a:extLst>
                    <a:ext uri="{FF2B5EF4-FFF2-40B4-BE49-F238E27FC236}">
                      <a16:creationId xmlns:a16="http://schemas.microsoft.com/office/drawing/2014/main" id="{7CFD9858-6DB8-5C8A-3407-CC94C74F13AE}"/>
                    </a:ext>
                  </a:extLst>
                </p:cNvPr>
                <p:cNvSpPr/>
                <p:nvPr/>
              </p:nvSpPr>
              <p:spPr>
                <a:xfrm>
                  <a:off x="4041775" y="4786625"/>
                  <a:ext cx="29350" cy="2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4" h="844" extrusionOk="0">
                      <a:moveTo>
                        <a:pt x="1089" y="1"/>
                      </a:moveTo>
                      <a:cubicBezTo>
                        <a:pt x="1068" y="1"/>
                        <a:pt x="1047" y="9"/>
                        <a:pt x="1030" y="26"/>
                      </a:cubicBezTo>
                      <a:lnTo>
                        <a:pt x="406" y="650"/>
                      </a:lnTo>
                      <a:lnTo>
                        <a:pt x="144" y="397"/>
                      </a:lnTo>
                      <a:cubicBezTo>
                        <a:pt x="127" y="380"/>
                        <a:pt x="106" y="372"/>
                        <a:pt x="86" y="372"/>
                      </a:cubicBezTo>
                      <a:cubicBezTo>
                        <a:pt x="66" y="372"/>
                        <a:pt x="47" y="380"/>
                        <a:pt x="35" y="397"/>
                      </a:cubicBezTo>
                      <a:cubicBezTo>
                        <a:pt x="1" y="422"/>
                        <a:pt x="1" y="473"/>
                        <a:pt x="35" y="507"/>
                      </a:cubicBezTo>
                      <a:lnTo>
                        <a:pt x="347" y="819"/>
                      </a:lnTo>
                      <a:cubicBezTo>
                        <a:pt x="364" y="835"/>
                        <a:pt x="385" y="844"/>
                        <a:pt x="405" y="844"/>
                      </a:cubicBezTo>
                      <a:cubicBezTo>
                        <a:pt x="425" y="844"/>
                        <a:pt x="444" y="835"/>
                        <a:pt x="456" y="819"/>
                      </a:cubicBezTo>
                      <a:lnTo>
                        <a:pt x="1148" y="136"/>
                      </a:lnTo>
                      <a:cubicBezTo>
                        <a:pt x="1173" y="102"/>
                        <a:pt x="1173" y="51"/>
                        <a:pt x="1148" y="26"/>
                      </a:cubicBezTo>
                      <a:cubicBezTo>
                        <a:pt x="1131" y="9"/>
                        <a:pt x="1110" y="1"/>
                        <a:pt x="108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FFFFFF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180" name="Google Shape;1278;p65">
                  <a:extLst>
                    <a:ext uri="{FF2B5EF4-FFF2-40B4-BE49-F238E27FC236}">
                      <a16:creationId xmlns:a16="http://schemas.microsoft.com/office/drawing/2014/main" id="{30452823-C6A2-15BF-221F-3EB4CE2F3229}"/>
                    </a:ext>
                  </a:extLst>
                </p:cNvPr>
                <p:cNvSpPr/>
                <p:nvPr/>
              </p:nvSpPr>
              <p:spPr>
                <a:xfrm>
                  <a:off x="4027450" y="4768275"/>
                  <a:ext cx="58000" cy="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0" h="2320" extrusionOk="0">
                      <a:moveTo>
                        <a:pt x="1164" y="1"/>
                      </a:moveTo>
                      <a:cubicBezTo>
                        <a:pt x="523" y="1"/>
                        <a:pt x="1" y="515"/>
                        <a:pt x="1" y="1156"/>
                      </a:cubicBezTo>
                      <a:cubicBezTo>
                        <a:pt x="1" y="1797"/>
                        <a:pt x="523" y="2320"/>
                        <a:pt x="1164" y="2320"/>
                      </a:cubicBezTo>
                      <a:cubicBezTo>
                        <a:pt x="1797" y="2320"/>
                        <a:pt x="2320" y="1797"/>
                        <a:pt x="2320" y="1156"/>
                      </a:cubicBezTo>
                      <a:cubicBezTo>
                        <a:pt x="2320" y="515"/>
                        <a:pt x="1797" y="1"/>
                        <a:pt x="1164" y="1"/>
                      </a:cubicBezTo>
                      <a:close/>
                      <a:moveTo>
                        <a:pt x="161" y="1156"/>
                      </a:moveTo>
                      <a:cubicBezTo>
                        <a:pt x="161" y="600"/>
                        <a:pt x="608" y="153"/>
                        <a:pt x="1164" y="153"/>
                      </a:cubicBezTo>
                      <a:cubicBezTo>
                        <a:pt x="1712" y="153"/>
                        <a:pt x="2159" y="600"/>
                        <a:pt x="2159" y="1156"/>
                      </a:cubicBezTo>
                      <a:cubicBezTo>
                        <a:pt x="2159" y="1713"/>
                        <a:pt x="1712" y="2160"/>
                        <a:pt x="1164" y="2160"/>
                      </a:cubicBezTo>
                      <a:cubicBezTo>
                        <a:pt x="608" y="2160"/>
                        <a:pt x="161" y="1713"/>
                        <a:pt x="161" y="115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FFFFFF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</p:grpSp>
          <p:grpSp>
            <p:nvGrpSpPr>
              <p:cNvPr id="59" name="Google Shape;1152;p64">
                <a:extLst>
                  <a:ext uri="{FF2B5EF4-FFF2-40B4-BE49-F238E27FC236}">
                    <a16:creationId xmlns:a16="http://schemas.microsoft.com/office/drawing/2014/main" id="{E8EAB86D-1837-BC17-6A56-12E623E9E2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26587548" y="9662745"/>
                <a:ext cx="1122930" cy="1122930"/>
                <a:chOff x="4196100" y="4262300"/>
                <a:chExt cx="58000" cy="58000"/>
              </a:xfrm>
              <a:solidFill>
                <a:schemeClr val="accent4"/>
              </a:solidFill>
            </p:grpSpPr>
            <p:sp>
              <p:nvSpPr>
                <p:cNvPr id="177" name="Google Shape;1153;p64">
                  <a:extLst>
                    <a:ext uri="{FF2B5EF4-FFF2-40B4-BE49-F238E27FC236}">
                      <a16:creationId xmlns:a16="http://schemas.microsoft.com/office/drawing/2014/main" id="{D1A3604C-27AD-E495-95A7-848B776DF7F0}"/>
                    </a:ext>
                  </a:extLst>
                </p:cNvPr>
                <p:cNvSpPr/>
                <p:nvPr/>
              </p:nvSpPr>
              <p:spPr>
                <a:xfrm>
                  <a:off x="4196100" y="4262300"/>
                  <a:ext cx="57375" cy="2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5" h="973" extrusionOk="0">
                      <a:moveTo>
                        <a:pt x="1165" y="1"/>
                      </a:moveTo>
                      <a:cubicBezTo>
                        <a:pt x="735" y="1"/>
                        <a:pt x="364" y="229"/>
                        <a:pt x="161" y="574"/>
                      </a:cubicBezTo>
                      <a:lnTo>
                        <a:pt x="161" y="389"/>
                      </a:lnTo>
                      <a:cubicBezTo>
                        <a:pt x="161" y="347"/>
                        <a:pt x="127" y="313"/>
                        <a:pt x="77" y="313"/>
                      </a:cubicBezTo>
                      <a:cubicBezTo>
                        <a:pt x="35" y="313"/>
                        <a:pt x="1" y="347"/>
                        <a:pt x="1" y="389"/>
                      </a:cubicBezTo>
                      <a:lnTo>
                        <a:pt x="1" y="785"/>
                      </a:lnTo>
                      <a:cubicBezTo>
                        <a:pt x="1" y="844"/>
                        <a:pt x="51" y="895"/>
                        <a:pt x="111" y="895"/>
                      </a:cubicBezTo>
                      <a:lnTo>
                        <a:pt x="498" y="895"/>
                      </a:lnTo>
                      <a:cubicBezTo>
                        <a:pt x="549" y="895"/>
                        <a:pt x="583" y="861"/>
                        <a:pt x="583" y="810"/>
                      </a:cubicBezTo>
                      <a:cubicBezTo>
                        <a:pt x="583" y="768"/>
                        <a:pt x="549" y="735"/>
                        <a:pt x="498" y="735"/>
                      </a:cubicBezTo>
                      <a:lnTo>
                        <a:pt x="254" y="735"/>
                      </a:lnTo>
                      <a:cubicBezTo>
                        <a:pt x="414" y="389"/>
                        <a:pt x="760" y="153"/>
                        <a:pt x="1165" y="153"/>
                      </a:cubicBezTo>
                      <a:cubicBezTo>
                        <a:pt x="1628" y="153"/>
                        <a:pt x="2025" y="482"/>
                        <a:pt x="2134" y="912"/>
                      </a:cubicBezTo>
                      <a:cubicBezTo>
                        <a:pt x="2142" y="948"/>
                        <a:pt x="2175" y="972"/>
                        <a:pt x="2211" y="972"/>
                      </a:cubicBezTo>
                      <a:cubicBezTo>
                        <a:pt x="2216" y="972"/>
                        <a:pt x="2222" y="972"/>
                        <a:pt x="2227" y="971"/>
                      </a:cubicBezTo>
                      <a:cubicBezTo>
                        <a:pt x="2269" y="962"/>
                        <a:pt x="2295" y="920"/>
                        <a:pt x="2286" y="878"/>
                      </a:cubicBezTo>
                      <a:cubicBezTo>
                        <a:pt x="2160" y="372"/>
                        <a:pt x="1704" y="1"/>
                        <a:pt x="116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178" name="Google Shape;1154;p64">
                  <a:extLst>
                    <a:ext uri="{FF2B5EF4-FFF2-40B4-BE49-F238E27FC236}">
                      <a16:creationId xmlns:a16="http://schemas.microsoft.com/office/drawing/2014/main" id="{3B899F06-CF22-4998-91D3-A023885EA989}"/>
                    </a:ext>
                  </a:extLst>
                </p:cNvPr>
                <p:cNvSpPr/>
                <p:nvPr/>
              </p:nvSpPr>
              <p:spPr>
                <a:xfrm>
                  <a:off x="4196750" y="4295800"/>
                  <a:ext cx="57350" cy="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4" h="980" extrusionOk="0">
                      <a:moveTo>
                        <a:pt x="84" y="0"/>
                      </a:moveTo>
                      <a:cubicBezTo>
                        <a:pt x="79" y="0"/>
                        <a:pt x="73" y="1"/>
                        <a:pt x="68" y="2"/>
                      </a:cubicBezTo>
                      <a:cubicBezTo>
                        <a:pt x="25" y="10"/>
                        <a:pt x="0" y="61"/>
                        <a:pt x="9" y="103"/>
                      </a:cubicBezTo>
                      <a:cubicBezTo>
                        <a:pt x="135" y="600"/>
                        <a:pt x="590" y="980"/>
                        <a:pt x="1139" y="980"/>
                      </a:cubicBezTo>
                      <a:cubicBezTo>
                        <a:pt x="1560" y="980"/>
                        <a:pt x="1931" y="744"/>
                        <a:pt x="2134" y="398"/>
                      </a:cubicBezTo>
                      <a:lnTo>
                        <a:pt x="2134" y="584"/>
                      </a:lnTo>
                      <a:cubicBezTo>
                        <a:pt x="2134" y="626"/>
                        <a:pt x="2167" y="659"/>
                        <a:pt x="2218" y="659"/>
                      </a:cubicBezTo>
                      <a:cubicBezTo>
                        <a:pt x="2260" y="659"/>
                        <a:pt x="2294" y="626"/>
                        <a:pt x="2294" y="584"/>
                      </a:cubicBezTo>
                      <a:lnTo>
                        <a:pt x="2294" y="187"/>
                      </a:lnTo>
                      <a:cubicBezTo>
                        <a:pt x="2294" y="128"/>
                        <a:pt x="2243" y="78"/>
                        <a:pt x="2193" y="78"/>
                      </a:cubicBezTo>
                      <a:lnTo>
                        <a:pt x="1796" y="78"/>
                      </a:lnTo>
                      <a:cubicBezTo>
                        <a:pt x="1746" y="78"/>
                        <a:pt x="1712" y="120"/>
                        <a:pt x="1712" y="162"/>
                      </a:cubicBezTo>
                      <a:cubicBezTo>
                        <a:pt x="1712" y="204"/>
                        <a:pt x="1746" y="238"/>
                        <a:pt x="1796" y="238"/>
                      </a:cubicBezTo>
                      <a:lnTo>
                        <a:pt x="2041" y="238"/>
                      </a:lnTo>
                      <a:cubicBezTo>
                        <a:pt x="1881" y="584"/>
                        <a:pt x="1535" y="820"/>
                        <a:pt x="1139" y="820"/>
                      </a:cubicBezTo>
                      <a:cubicBezTo>
                        <a:pt x="666" y="820"/>
                        <a:pt x="270" y="499"/>
                        <a:pt x="160" y="61"/>
                      </a:cubicBezTo>
                      <a:cubicBezTo>
                        <a:pt x="153" y="24"/>
                        <a:pt x="120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</p:grpSp>
          <p:grpSp>
            <p:nvGrpSpPr>
              <p:cNvPr id="60" name="Google Shape;1152;p64">
                <a:extLst>
                  <a:ext uri="{FF2B5EF4-FFF2-40B4-BE49-F238E27FC236}">
                    <a16:creationId xmlns:a16="http://schemas.microsoft.com/office/drawing/2014/main" id="{D76454D4-9540-0842-12C9-04A6282A28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26587548" y="8125671"/>
                <a:ext cx="1122930" cy="1122930"/>
                <a:chOff x="4196100" y="4262300"/>
                <a:chExt cx="58000" cy="58000"/>
              </a:xfrm>
              <a:solidFill>
                <a:schemeClr val="accent4">
                  <a:alpha val="25000"/>
                </a:schemeClr>
              </a:solidFill>
            </p:grpSpPr>
            <p:sp>
              <p:nvSpPr>
                <p:cNvPr id="175" name="Google Shape;1153;p64">
                  <a:extLst>
                    <a:ext uri="{FF2B5EF4-FFF2-40B4-BE49-F238E27FC236}">
                      <a16:creationId xmlns:a16="http://schemas.microsoft.com/office/drawing/2014/main" id="{650ECB31-12DD-612A-F3E7-77D7C3AF729E}"/>
                    </a:ext>
                  </a:extLst>
                </p:cNvPr>
                <p:cNvSpPr/>
                <p:nvPr/>
              </p:nvSpPr>
              <p:spPr>
                <a:xfrm>
                  <a:off x="4196100" y="4262300"/>
                  <a:ext cx="57375" cy="2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5" h="973" extrusionOk="0">
                      <a:moveTo>
                        <a:pt x="1165" y="1"/>
                      </a:moveTo>
                      <a:cubicBezTo>
                        <a:pt x="735" y="1"/>
                        <a:pt x="364" y="229"/>
                        <a:pt x="161" y="574"/>
                      </a:cubicBezTo>
                      <a:lnTo>
                        <a:pt x="161" y="389"/>
                      </a:lnTo>
                      <a:cubicBezTo>
                        <a:pt x="161" y="347"/>
                        <a:pt x="127" y="313"/>
                        <a:pt x="77" y="313"/>
                      </a:cubicBezTo>
                      <a:cubicBezTo>
                        <a:pt x="35" y="313"/>
                        <a:pt x="1" y="347"/>
                        <a:pt x="1" y="389"/>
                      </a:cubicBezTo>
                      <a:lnTo>
                        <a:pt x="1" y="785"/>
                      </a:lnTo>
                      <a:cubicBezTo>
                        <a:pt x="1" y="844"/>
                        <a:pt x="51" y="895"/>
                        <a:pt x="111" y="895"/>
                      </a:cubicBezTo>
                      <a:lnTo>
                        <a:pt x="498" y="895"/>
                      </a:lnTo>
                      <a:cubicBezTo>
                        <a:pt x="549" y="895"/>
                        <a:pt x="583" y="861"/>
                        <a:pt x="583" y="810"/>
                      </a:cubicBezTo>
                      <a:cubicBezTo>
                        <a:pt x="583" y="768"/>
                        <a:pt x="549" y="735"/>
                        <a:pt x="498" y="735"/>
                      </a:cubicBezTo>
                      <a:lnTo>
                        <a:pt x="254" y="735"/>
                      </a:lnTo>
                      <a:cubicBezTo>
                        <a:pt x="414" y="389"/>
                        <a:pt x="760" y="153"/>
                        <a:pt x="1165" y="153"/>
                      </a:cubicBezTo>
                      <a:cubicBezTo>
                        <a:pt x="1628" y="153"/>
                        <a:pt x="2025" y="482"/>
                        <a:pt x="2134" y="912"/>
                      </a:cubicBezTo>
                      <a:cubicBezTo>
                        <a:pt x="2142" y="948"/>
                        <a:pt x="2175" y="972"/>
                        <a:pt x="2211" y="972"/>
                      </a:cubicBezTo>
                      <a:cubicBezTo>
                        <a:pt x="2216" y="972"/>
                        <a:pt x="2222" y="972"/>
                        <a:pt x="2227" y="971"/>
                      </a:cubicBezTo>
                      <a:cubicBezTo>
                        <a:pt x="2269" y="962"/>
                        <a:pt x="2295" y="920"/>
                        <a:pt x="2286" y="878"/>
                      </a:cubicBezTo>
                      <a:cubicBezTo>
                        <a:pt x="2160" y="372"/>
                        <a:pt x="1704" y="1"/>
                        <a:pt x="116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176" name="Google Shape;1154;p64">
                  <a:extLst>
                    <a:ext uri="{FF2B5EF4-FFF2-40B4-BE49-F238E27FC236}">
                      <a16:creationId xmlns:a16="http://schemas.microsoft.com/office/drawing/2014/main" id="{290828F9-D961-20F1-BD19-98D794A84FFB}"/>
                    </a:ext>
                  </a:extLst>
                </p:cNvPr>
                <p:cNvSpPr/>
                <p:nvPr/>
              </p:nvSpPr>
              <p:spPr>
                <a:xfrm>
                  <a:off x="4196750" y="4295800"/>
                  <a:ext cx="57350" cy="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4" h="980" extrusionOk="0">
                      <a:moveTo>
                        <a:pt x="84" y="0"/>
                      </a:moveTo>
                      <a:cubicBezTo>
                        <a:pt x="79" y="0"/>
                        <a:pt x="73" y="1"/>
                        <a:pt x="68" y="2"/>
                      </a:cubicBezTo>
                      <a:cubicBezTo>
                        <a:pt x="25" y="10"/>
                        <a:pt x="0" y="61"/>
                        <a:pt x="9" y="103"/>
                      </a:cubicBezTo>
                      <a:cubicBezTo>
                        <a:pt x="135" y="600"/>
                        <a:pt x="590" y="980"/>
                        <a:pt x="1139" y="980"/>
                      </a:cubicBezTo>
                      <a:cubicBezTo>
                        <a:pt x="1560" y="980"/>
                        <a:pt x="1931" y="744"/>
                        <a:pt x="2134" y="398"/>
                      </a:cubicBezTo>
                      <a:lnTo>
                        <a:pt x="2134" y="584"/>
                      </a:lnTo>
                      <a:cubicBezTo>
                        <a:pt x="2134" y="626"/>
                        <a:pt x="2167" y="659"/>
                        <a:pt x="2218" y="659"/>
                      </a:cubicBezTo>
                      <a:cubicBezTo>
                        <a:pt x="2260" y="659"/>
                        <a:pt x="2294" y="626"/>
                        <a:pt x="2294" y="584"/>
                      </a:cubicBezTo>
                      <a:lnTo>
                        <a:pt x="2294" y="187"/>
                      </a:lnTo>
                      <a:cubicBezTo>
                        <a:pt x="2294" y="128"/>
                        <a:pt x="2243" y="78"/>
                        <a:pt x="2193" y="78"/>
                      </a:cubicBezTo>
                      <a:lnTo>
                        <a:pt x="1796" y="78"/>
                      </a:lnTo>
                      <a:cubicBezTo>
                        <a:pt x="1746" y="78"/>
                        <a:pt x="1712" y="120"/>
                        <a:pt x="1712" y="162"/>
                      </a:cubicBezTo>
                      <a:cubicBezTo>
                        <a:pt x="1712" y="204"/>
                        <a:pt x="1746" y="238"/>
                        <a:pt x="1796" y="238"/>
                      </a:cubicBezTo>
                      <a:lnTo>
                        <a:pt x="2041" y="238"/>
                      </a:lnTo>
                      <a:cubicBezTo>
                        <a:pt x="1881" y="584"/>
                        <a:pt x="1535" y="820"/>
                        <a:pt x="1139" y="820"/>
                      </a:cubicBezTo>
                      <a:cubicBezTo>
                        <a:pt x="666" y="820"/>
                        <a:pt x="270" y="499"/>
                        <a:pt x="160" y="61"/>
                      </a:cubicBezTo>
                      <a:cubicBezTo>
                        <a:pt x="153" y="24"/>
                        <a:pt x="120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</p:grpSp>
          <p:grpSp>
            <p:nvGrpSpPr>
              <p:cNvPr id="61" name="Google Shape;1152;p64">
                <a:extLst>
                  <a:ext uri="{FF2B5EF4-FFF2-40B4-BE49-F238E27FC236}">
                    <a16:creationId xmlns:a16="http://schemas.microsoft.com/office/drawing/2014/main" id="{3FB7F5C4-2358-F367-CCE1-8C65F17528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3311967" y="13899811"/>
                <a:ext cx="1498647" cy="1498646"/>
                <a:chOff x="4196100" y="4262300"/>
                <a:chExt cx="58000" cy="58000"/>
              </a:xfrm>
              <a:solidFill>
                <a:schemeClr val="accent4"/>
              </a:solidFill>
              <a:scene3d>
                <a:camera prst="isometricTopUp"/>
                <a:lightRig rig="threePt" dir="t"/>
              </a:scene3d>
            </p:grpSpPr>
            <p:sp>
              <p:nvSpPr>
                <p:cNvPr id="173" name="Google Shape;1153;p64">
                  <a:extLst>
                    <a:ext uri="{FF2B5EF4-FFF2-40B4-BE49-F238E27FC236}">
                      <a16:creationId xmlns:a16="http://schemas.microsoft.com/office/drawing/2014/main" id="{4C2B88DE-C986-F1EF-6502-8E629B890B68}"/>
                    </a:ext>
                  </a:extLst>
                </p:cNvPr>
                <p:cNvSpPr/>
                <p:nvPr/>
              </p:nvSpPr>
              <p:spPr>
                <a:xfrm>
                  <a:off x="4196100" y="4262300"/>
                  <a:ext cx="57375" cy="2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5" h="973" extrusionOk="0">
                      <a:moveTo>
                        <a:pt x="1165" y="1"/>
                      </a:moveTo>
                      <a:cubicBezTo>
                        <a:pt x="735" y="1"/>
                        <a:pt x="364" y="229"/>
                        <a:pt x="161" y="574"/>
                      </a:cubicBezTo>
                      <a:lnTo>
                        <a:pt x="161" y="389"/>
                      </a:lnTo>
                      <a:cubicBezTo>
                        <a:pt x="161" y="347"/>
                        <a:pt x="127" y="313"/>
                        <a:pt x="77" y="313"/>
                      </a:cubicBezTo>
                      <a:cubicBezTo>
                        <a:pt x="35" y="313"/>
                        <a:pt x="1" y="347"/>
                        <a:pt x="1" y="389"/>
                      </a:cubicBezTo>
                      <a:lnTo>
                        <a:pt x="1" y="785"/>
                      </a:lnTo>
                      <a:cubicBezTo>
                        <a:pt x="1" y="844"/>
                        <a:pt x="51" y="895"/>
                        <a:pt x="111" y="895"/>
                      </a:cubicBezTo>
                      <a:lnTo>
                        <a:pt x="498" y="895"/>
                      </a:lnTo>
                      <a:cubicBezTo>
                        <a:pt x="549" y="895"/>
                        <a:pt x="583" y="861"/>
                        <a:pt x="583" y="810"/>
                      </a:cubicBezTo>
                      <a:cubicBezTo>
                        <a:pt x="583" y="768"/>
                        <a:pt x="549" y="735"/>
                        <a:pt x="498" y="735"/>
                      </a:cubicBezTo>
                      <a:lnTo>
                        <a:pt x="254" y="735"/>
                      </a:lnTo>
                      <a:cubicBezTo>
                        <a:pt x="414" y="389"/>
                        <a:pt x="760" y="153"/>
                        <a:pt x="1165" y="153"/>
                      </a:cubicBezTo>
                      <a:cubicBezTo>
                        <a:pt x="1628" y="153"/>
                        <a:pt x="2025" y="482"/>
                        <a:pt x="2134" y="912"/>
                      </a:cubicBezTo>
                      <a:cubicBezTo>
                        <a:pt x="2142" y="948"/>
                        <a:pt x="2175" y="972"/>
                        <a:pt x="2211" y="972"/>
                      </a:cubicBezTo>
                      <a:cubicBezTo>
                        <a:pt x="2216" y="972"/>
                        <a:pt x="2222" y="972"/>
                        <a:pt x="2227" y="971"/>
                      </a:cubicBezTo>
                      <a:cubicBezTo>
                        <a:pt x="2269" y="962"/>
                        <a:pt x="2295" y="920"/>
                        <a:pt x="2286" y="878"/>
                      </a:cubicBezTo>
                      <a:cubicBezTo>
                        <a:pt x="2160" y="372"/>
                        <a:pt x="1704" y="1"/>
                        <a:pt x="116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174" name="Google Shape;1154;p64">
                  <a:extLst>
                    <a:ext uri="{FF2B5EF4-FFF2-40B4-BE49-F238E27FC236}">
                      <a16:creationId xmlns:a16="http://schemas.microsoft.com/office/drawing/2014/main" id="{FB254493-9A4D-D467-D997-72ABD7D8895D}"/>
                    </a:ext>
                  </a:extLst>
                </p:cNvPr>
                <p:cNvSpPr/>
                <p:nvPr/>
              </p:nvSpPr>
              <p:spPr>
                <a:xfrm>
                  <a:off x="4196750" y="4295800"/>
                  <a:ext cx="57350" cy="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4" h="980" extrusionOk="0">
                      <a:moveTo>
                        <a:pt x="84" y="0"/>
                      </a:moveTo>
                      <a:cubicBezTo>
                        <a:pt x="79" y="0"/>
                        <a:pt x="73" y="1"/>
                        <a:pt x="68" y="2"/>
                      </a:cubicBezTo>
                      <a:cubicBezTo>
                        <a:pt x="25" y="10"/>
                        <a:pt x="0" y="61"/>
                        <a:pt x="9" y="103"/>
                      </a:cubicBezTo>
                      <a:cubicBezTo>
                        <a:pt x="135" y="600"/>
                        <a:pt x="590" y="980"/>
                        <a:pt x="1139" y="980"/>
                      </a:cubicBezTo>
                      <a:cubicBezTo>
                        <a:pt x="1560" y="980"/>
                        <a:pt x="1931" y="744"/>
                        <a:pt x="2134" y="398"/>
                      </a:cubicBezTo>
                      <a:lnTo>
                        <a:pt x="2134" y="584"/>
                      </a:lnTo>
                      <a:cubicBezTo>
                        <a:pt x="2134" y="626"/>
                        <a:pt x="2167" y="659"/>
                        <a:pt x="2218" y="659"/>
                      </a:cubicBezTo>
                      <a:cubicBezTo>
                        <a:pt x="2260" y="659"/>
                        <a:pt x="2294" y="626"/>
                        <a:pt x="2294" y="584"/>
                      </a:cubicBezTo>
                      <a:lnTo>
                        <a:pt x="2294" y="187"/>
                      </a:lnTo>
                      <a:cubicBezTo>
                        <a:pt x="2294" y="128"/>
                        <a:pt x="2243" y="78"/>
                        <a:pt x="2193" y="78"/>
                      </a:cubicBezTo>
                      <a:lnTo>
                        <a:pt x="1796" y="78"/>
                      </a:lnTo>
                      <a:cubicBezTo>
                        <a:pt x="1746" y="78"/>
                        <a:pt x="1712" y="120"/>
                        <a:pt x="1712" y="162"/>
                      </a:cubicBezTo>
                      <a:cubicBezTo>
                        <a:pt x="1712" y="204"/>
                        <a:pt x="1746" y="238"/>
                        <a:pt x="1796" y="238"/>
                      </a:cubicBezTo>
                      <a:lnTo>
                        <a:pt x="2041" y="238"/>
                      </a:lnTo>
                      <a:cubicBezTo>
                        <a:pt x="1881" y="584"/>
                        <a:pt x="1535" y="820"/>
                        <a:pt x="1139" y="820"/>
                      </a:cubicBezTo>
                      <a:cubicBezTo>
                        <a:pt x="666" y="820"/>
                        <a:pt x="270" y="499"/>
                        <a:pt x="160" y="61"/>
                      </a:cubicBezTo>
                      <a:cubicBezTo>
                        <a:pt x="153" y="24"/>
                        <a:pt x="120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</p:grpSp>
          <p:grpSp>
            <p:nvGrpSpPr>
              <p:cNvPr id="62" name="Google Shape;1130;p64">
                <a:extLst>
                  <a:ext uri="{FF2B5EF4-FFF2-40B4-BE49-F238E27FC236}">
                    <a16:creationId xmlns:a16="http://schemas.microsoft.com/office/drawing/2014/main" id="{25183331-4E21-C0B7-7627-C1CA87A370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31512518" y="5940099"/>
                <a:ext cx="1098250" cy="1094378"/>
                <a:chOff x="4365400" y="4262950"/>
                <a:chExt cx="56725" cy="56525"/>
              </a:xfrm>
              <a:solidFill>
                <a:schemeClr val="accent4"/>
              </a:solidFill>
            </p:grpSpPr>
            <p:sp>
              <p:nvSpPr>
                <p:cNvPr id="170" name="Google Shape;1131;p64">
                  <a:extLst>
                    <a:ext uri="{FF2B5EF4-FFF2-40B4-BE49-F238E27FC236}">
                      <a16:creationId xmlns:a16="http://schemas.microsoft.com/office/drawing/2014/main" id="{9BF79BF5-F95F-A908-26EB-AB5950AA9516}"/>
                    </a:ext>
                  </a:extLst>
                </p:cNvPr>
                <p:cNvSpPr/>
                <p:nvPr/>
              </p:nvSpPr>
              <p:spPr>
                <a:xfrm>
                  <a:off x="4391750" y="4278125"/>
                  <a:ext cx="4025" cy="1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" h="633" extrusionOk="0">
                      <a:moveTo>
                        <a:pt x="85" y="0"/>
                      </a:moveTo>
                      <a:cubicBezTo>
                        <a:pt x="34" y="0"/>
                        <a:pt x="1" y="34"/>
                        <a:pt x="1" y="76"/>
                      </a:cubicBezTo>
                      <a:lnTo>
                        <a:pt x="1" y="548"/>
                      </a:lnTo>
                      <a:cubicBezTo>
                        <a:pt x="1" y="591"/>
                        <a:pt x="34" y="633"/>
                        <a:pt x="85" y="633"/>
                      </a:cubicBezTo>
                      <a:cubicBezTo>
                        <a:pt x="127" y="633"/>
                        <a:pt x="161" y="591"/>
                        <a:pt x="161" y="548"/>
                      </a:cubicBezTo>
                      <a:lnTo>
                        <a:pt x="161" y="76"/>
                      </a:lnTo>
                      <a:cubicBezTo>
                        <a:pt x="161" y="34"/>
                        <a:pt x="127" y="0"/>
                        <a:pt x="8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171" name="Google Shape;1132;p64">
                  <a:extLst>
                    <a:ext uri="{FF2B5EF4-FFF2-40B4-BE49-F238E27FC236}">
                      <a16:creationId xmlns:a16="http://schemas.microsoft.com/office/drawing/2014/main" id="{5F53B60E-B8C3-BFDA-914F-6298AE795552}"/>
                    </a:ext>
                  </a:extLst>
                </p:cNvPr>
                <p:cNvSpPr/>
                <p:nvPr/>
              </p:nvSpPr>
              <p:spPr>
                <a:xfrm>
                  <a:off x="4391125" y="4299200"/>
                  <a:ext cx="5300" cy="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212" extrusionOk="0">
                      <a:moveTo>
                        <a:pt x="110" y="1"/>
                      </a:moveTo>
                      <a:cubicBezTo>
                        <a:pt x="51" y="1"/>
                        <a:pt x="0" y="43"/>
                        <a:pt x="0" y="102"/>
                      </a:cubicBezTo>
                      <a:cubicBezTo>
                        <a:pt x="0" y="161"/>
                        <a:pt x="51" y="211"/>
                        <a:pt x="110" y="211"/>
                      </a:cubicBezTo>
                      <a:cubicBezTo>
                        <a:pt x="161" y="211"/>
                        <a:pt x="211" y="161"/>
                        <a:pt x="211" y="102"/>
                      </a:cubicBezTo>
                      <a:cubicBezTo>
                        <a:pt x="211" y="43"/>
                        <a:pt x="161" y="1"/>
                        <a:pt x="11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172" name="Google Shape;1133;p64">
                  <a:extLst>
                    <a:ext uri="{FF2B5EF4-FFF2-40B4-BE49-F238E27FC236}">
                      <a16:creationId xmlns:a16="http://schemas.microsoft.com/office/drawing/2014/main" id="{7E56F4DB-18A0-BEEB-B4B8-110FF8451B2B}"/>
                    </a:ext>
                  </a:extLst>
                </p:cNvPr>
                <p:cNvSpPr/>
                <p:nvPr/>
              </p:nvSpPr>
              <p:spPr>
                <a:xfrm>
                  <a:off x="4365400" y="4262950"/>
                  <a:ext cx="56725" cy="5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9" h="2261" extrusionOk="0">
                      <a:moveTo>
                        <a:pt x="641" y="17"/>
                      </a:moveTo>
                      <a:cubicBezTo>
                        <a:pt x="658" y="9"/>
                        <a:pt x="675" y="0"/>
                        <a:pt x="700" y="0"/>
                      </a:cubicBezTo>
                      <a:lnTo>
                        <a:pt x="1569" y="0"/>
                      </a:lnTo>
                      <a:cubicBezTo>
                        <a:pt x="1594" y="0"/>
                        <a:pt x="1611" y="9"/>
                        <a:pt x="1628" y="17"/>
                      </a:cubicBezTo>
                      <a:lnTo>
                        <a:pt x="2244" y="641"/>
                      </a:lnTo>
                      <a:cubicBezTo>
                        <a:pt x="2261" y="650"/>
                        <a:pt x="2269" y="675"/>
                        <a:pt x="2269" y="692"/>
                      </a:cubicBezTo>
                      <a:lnTo>
                        <a:pt x="2269" y="1569"/>
                      </a:lnTo>
                      <a:cubicBezTo>
                        <a:pt x="2269" y="1586"/>
                        <a:pt x="2261" y="1611"/>
                        <a:pt x="2244" y="1619"/>
                      </a:cubicBezTo>
                      <a:lnTo>
                        <a:pt x="1628" y="2243"/>
                      </a:lnTo>
                      <a:cubicBezTo>
                        <a:pt x="1611" y="2252"/>
                        <a:pt x="1594" y="2260"/>
                        <a:pt x="1569" y="2260"/>
                      </a:cubicBezTo>
                      <a:lnTo>
                        <a:pt x="700" y="2260"/>
                      </a:lnTo>
                      <a:cubicBezTo>
                        <a:pt x="675" y="2260"/>
                        <a:pt x="658" y="2252"/>
                        <a:pt x="641" y="2243"/>
                      </a:cubicBezTo>
                      <a:lnTo>
                        <a:pt x="26" y="1619"/>
                      </a:lnTo>
                      <a:cubicBezTo>
                        <a:pt x="9" y="1611"/>
                        <a:pt x="1" y="1586"/>
                        <a:pt x="1" y="1569"/>
                      </a:cubicBezTo>
                      <a:lnTo>
                        <a:pt x="1" y="692"/>
                      </a:lnTo>
                      <a:cubicBezTo>
                        <a:pt x="1" y="675"/>
                        <a:pt x="9" y="650"/>
                        <a:pt x="26" y="641"/>
                      </a:cubicBezTo>
                      <a:close/>
                      <a:moveTo>
                        <a:pt x="734" y="152"/>
                      </a:moveTo>
                      <a:lnTo>
                        <a:pt x="161" y="725"/>
                      </a:lnTo>
                      <a:lnTo>
                        <a:pt x="161" y="1535"/>
                      </a:lnTo>
                      <a:lnTo>
                        <a:pt x="734" y="2108"/>
                      </a:lnTo>
                      <a:lnTo>
                        <a:pt x="1535" y="2108"/>
                      </a:lnTo>
                      <a:lnTo>
                        <a:pt x="2109" y="1535"/>
                      </a:lnTo>
                      <a:lnTo>
                        <a:pt x="2109" y="725"/>
                      </a:lnTo>
                      <a:lnTo>
                        <a:pt x="1535" y="15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</p:grpSp>
          <p:grpSp>
            <p:nvGrpSpPr>
              <p:cNvPr id="63" name="Google Shape;1130;p64">
                <a:extLst>
                  <a:ext uri="{FF2B5EF4-FFF2-40B4-BE49-F238E27FC236}">
                    <a16:creationId xmlns:a16="http://schemas.microsoft.com/office/drawing/2014/main" id="{5274716A-9E30-E77A-6E10-A04267E72E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31512518" y="4512813"/>
                <a:ext cx="1098250" cy="1094378"/>
                <a:chOff x="4365400" y="4262950"/>
                <a:chExt cx="56725" cy="56525"/>
              </a:xfrm>
              <a:solidFill>
                <a:schemeClr val="accent4">
                  <a:alpha val="50000"/>
                </a:schemeClr>
              </a:solidFill>
            </p:grpSpPr>
            <p:sp>
              <p:nvSpPr>
                <p:cNvPr id="79" name="Google Shape;1131;p64">
                  <a:extLst>
                    <a:ext uri="{FF2B5EF4-FFF2-40B4-BE49-F238E27FC236}">
                      <a16:creationId xmlns:a16="http://schemas.microsoft.com/office/drawing/2014/main" id="{1F8930CE-B14E-709D-3940-AD7DAFEEA56C}"/>
                    </a:ext>
                  </a:extLst>
                </p:cNvPr>
                <p:cNvSpPr/>
                <p:nvPr/>
              </p:nvSpPr>
              <p:spPr>
                <a:xfrm>
                  <a:off x="4391750" y="4278125"/>
                  <a:ext cx="4025" cy="1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" h="633" extrusionOk="0">
                      <a:moveTo>
                        <a:pt x="85" y="0"/>
                      </a:moveTo>
                      <a:cubicBezTo>
                        <a:pt x="34" y="0"/>
                        <a:pt x="1" y="34"/>
                        <a:pt x="1" y="76"/>
                      </a:cubicBezTo>
                      <a:lnTo>
                        <a:pt x="1" y="548"/>
                      </a:lnTo>
                      <a:cubicBezTo>
                        <a:pt x="1" y="591"/>
                        <a:pt x="34" y="633"/>
                        <a:pt x="85" y="633"/>
                      </a:cubicBezTo>
                      <a:cubicBezTo>
                        <a:pt x="127" y="633"/>
                        <a:pt x="161" y="591"/>
                        <a:pt x="161" y="548"/>
                      </a:cubicBezTo>
                      <a:lnTo>
                        <a:pt x="161" y="76"/>
                      </a:lnTo>
                      <a:cubicBezTo>
                        <a:pt x="161" y="34"/>
                        <a:pt x="127" y="0"/>
                        <a:pt x="8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80" name="Google Shape;1132;p64">
                  <a:extLst>
                    <a:ext uri="{FF2B5EF4-FFF2-40B4-BE49-F238E27FC236}">
                      <a16:creationId xmlns:a16="http://schemas.microsoft.com/office/drawing/2014/main" id="{E2A9515D-9CD3-804B-4E6E-67E17995B8E4}"/>
                    </a:ext>
                  </a:extLst>
                </p:cNvPr>
                <p:cNvSpPr/>
                <p:nvPr/>
              </p:nvSpPr>
              <p:spPr>
                <a:xfrm>
                  <a:off x="4391125" y="4299200"/>
                  <a:ext cx="5300" cy="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212" extrusionOk="0">
                      <a:moveTo>
                        <a:pt x="110" y="1"/>
                      </a:moveTo>
                      <a:cubicBezTo>
                        <a:pt x="51" y="1"/>
                        <a:pt x="0" y="43"/>
                        <a:pt x="0" y="102"/>
                      </a:cubicBezTo>
                      <a:cubicBezTo>
                        <a:pt x="0" y="161"/>
                        <a:pt x="51" y="211"/>
                        <a:pt x="110" y="211"/>
                      </a:cubicBezTo>
                      <a:cubicBezTo>
                        <a:pt x="161" y="211"/>
                        <a:pt x="211" y="161"/>
                        <a:pt x="211" y="102"/>
                      </a:cubicBezTo>
                      <a:cubicBezTo>
                        <a:pt x="211" y="43"/>
                        <a:pt x="161" y="1"/>
                        <a:pt x="11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87" name="Google Shape;1133;p64">
                  <a:extLst>
                    <a:ext uri="{FF2B5EF4-FFF2-40B4-BE49-F238E27FC236}">
                      <a16:creationId xmlns:a16="http://schemas.microsoft.com/office/drawing/2014/main" id="{37C3E515-289B-9819-3C14-6549E7938F8F}"/>
                    </a:ext>
                  </a:extLst>
                </p:cNvPr>
                <p:cNvSpPr/>
                <p:nvPr/>
              </p:nvSpPr>
              <p:spPr>
                <a:xfrm>
                  <a:off x="4365400" y="4262950"/>
                  <a:ext cx="56725" cy="5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9" h="2261" extrusionOk="0">
                      <a:moveTo>
                        <a:pt x="641" y="17"/>
                      </a:moveTo>
                      <a:cubicBezTo>
                        <a:pt x="658" y="9"/>
                        <a:pt x="675" y="0"/>
                        <a:pt x="700" y="0"/>
                      </a:cubicBezTo>
                      <a:lnTo>
                        <a:pt x="1569" y="0"/>
                      </a:lnTo>
                      <a:cubicBezTo>
                        <a:pt x="1594" y="0"/>
                        <a:pt x="1611" y="9"/>
                        <a:pt x="1628" y="17"/>
                      </a:cubicBezTo>
                      <a:lnTo>
                        <a:pt x="2244" y="641"/>
                      </a:lnTo>
                      <a:cubicBezTo>
                        <a:pt x="2261" y="650"/>
                        <a:pt x="2269" y="675"/>
                        <a:pt x="2269" y="692"/>
                      </a:cubicBezTo>
                      <a:lnTo>
                        <a:pt x="2269" y="1569"/>
                      </a:lnTo>
                      <a:cubicBezTo>
                        <a:pt x="2269" y="1586"/>
                        <a:pt x="2261" y="1611"/>
                        <a:pt x="2244" y="1619"/>
                      </a:cubicBezTo>
                      <a:lnTo>
                        <a:pt x="1628" y="2243"/>
                      </a:lnTo>
                      <a:cubicBezTo>
                        <a:pt x="1611" y="2252"/>
                        <a:pt x="1594" y="2260"/>
                        <a:pt x="1569" y="2260"/>
                      </a:cubicBezTo>
                      <a:lnTo>
                        <a:pt x="700" y="2260"/>
                      </a:lnTo>
                      <a:cubicBezTo>
                        <a:pt x="675" y="2260"/>
                        <a:pt x="658" y="2252"/>
                        <a:pt x="641" y="2243"/>
                      </a:cubicBezTo>
                      <a:lnTo>
                        <a:pt x="26" y="1619"/>
                      </a:lnTo>
                      <a:cubicBezTo>
                        <a:pt x="9" y="1611"/>
                        <a:pt x="1" y="1586"/>
                        <a:pt x="1" y="1569"/>
                      </a:cubicBezTo>
                      <a:lnTo>
                        <a:pt x="1" y="692"/>
                      </a:lnTo>
                      <a:cubicBezTo>
                        <a:pt x="1" y="675"/>
                        <a:pt x="9" y="650"/>
                        <a:pt x="26" y="641"/>
                      </a:cubicBezTo>
                      <a:close/>
                      <a:moveTo>
                        <a:pt x="734" y="152"/>
                      </a:moveTo>
                      <a:lnTo>
                        <a:pt x="161" y="725"/>
                      </a:lnTo>
                      <a:lnTo>
                        <a:pt x="161" y="1535"/>
                      </a:lnTo>
                      <a:lnTo>
                        <a:pt x="734" y="2108"/>
                      </a:lnTo>
                      <a:lnTo>
                        <a:pt x="1535" y="2108"/>
                      </a:lnTo>
                      <a:lnTo>
                        <a:pt x="2109" y="1535"/>
                      </a:lnTo>
                      <a:lnTo>
                        <a:pt x="2109" y="725"/>
                      </a:lnTo>
                      <a:lnTo>
                        <a:pt x="1535" y="15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</p:grpSp>
          <p:grpSp>
            <p:nvGrpSpPr>
              <p:cNvPr id="64" name="Google Shape;1130;p64">
                <a:extLst>
                  <a:ext uri="{FF2B5EF4-FFF2-40B4-BE49-F238E27FC236}">
                    <a16:creationId xmlns:a16="http://schemas.microsoft.com/office/drawing/2014/main" id="{A0E30BB4-45A0-0B2B-E057-39C971D0EE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31512518" y="3085533"/>
                <a:ext cx="1098250" cy="1094378"/>
                <a:chOff x="4365400" y="4262950"/>
                <a:chExt cx="56725" cy="56525"/>
              </a:xfrm>
              <a:solidFill>
                <a:schemeClr val="accent4">
                  <a:alpha val="25000"/>
                </a:schemeClr>
              </a:solidFill>
            </p:grpSpPr>
            <p:sp>
              <p:nvSpPr>
                <p:cNvPr id="76" name="Google Shape;1131;p64">
                  <a:extLst>
                    <a:ext uri="{FF2B5EF4-FFF2-40B4-BE49-F238E27FC236}">
                      <a16:creationId xmlns:a16="http://schemas.microsoft.com/office/drawing/2014/main" id="{CB426C90-775C-4AEC-0E42-3F0569ABD825}"/>
                    </a:ext>
                  </a:extLst>
                </p:cNvPr>
                <p:cNvSpPr/>
                <p:nvPr/>
              </p:nvSpPr>
              <p:spPr>
                <a:xfrm>
                  <a:off x="4391750" y="4278125"/>
                  <a:ext cx="4025" cy="1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" h="633" extrusionOk="0">
                      <a:moveTo>
                        <a:pt x="85" y="0"/>
                      </a:moveTo>
                      <a:cubicBezTo>
                        <a:pt x="34" y="0"/>
                        <a:pt x="1" y="34"/>
                        <a:pt x="1" y="76"/>
                      </a:cubicBezTo>
                      <a:lnTo>
                        <a:pt x="1" y="548"/>
                      </a:lnTo>
                      <a:cubicBezTo>
                        <a:pt x="1" y="591"/>
                        <a:pt x="34" y="633"/>
                        <a:pt x="85" y="633"/>
                      </a:cubicBezTo>
                      <a:cubicBezTo>
                        <a:pt x="127" y="633"/>
                        <a:pt x="161" y="591"/>
                        <a:pt x="161" y="548"/>
                      </a:cubicBezTo>
                      <a:lnTo>
                        <a:pt x="161" y="76"/>
                      </a:lnTo>
                      <a:cubicBezTo>
                        <a:pt x="161" y="34"/>
                        <a:pt x="127" y="0"/>
                        <a:pt x="8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77" name="Google Shape;1132;p64">
                  <a:extLst>
                    <a:ext uri="{FF2B5EF4-FFF2-40B4-BE49-F238E27FC236}">
                      <a16:creationId xmlns:a16="http://schemas.microsoft.com/office/drawing/2014/main" id="{66489413-727B-5E3B-36A5-3699E6EA19C0}"/>
                    </a:ext>
                  </a:extLst>
                </p:cNvPr>
                <p:cNvSpPr/>
                <p:nvPr/>
              </p:nvSpPr>
              <p:spPr>
                <a:xfrm>
                  <a:off x="4391125" y="4299200"/>
                  <a:ext cx="5300" cy="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212" extrusionOk="0">
                      <a:moveTo>
                        <a:pt x="110" y="1"/>
                      </a:moveTo>
                      <a:cubicBezTo>
                        <a:pt x="51" y="1"/>
                        <a:pt x="0" y="43"/>
                        <a:pt x="0" y="102"/>
                      </a:cubicBezTo>
                      <a:cubicBezTo>
                        <a:pt x="0" y="161"/>
                        <a:pt x="51" y="211"/>
                        <a:pt x="110" y="211"/>
                      </a:cubicBezTo>
                      <a:cubicBezTo>
                        <a:pt x="161" y="211"/>
                        <a:pt x="211" y="161"/>
                        <a:pt x="211" y="102"/>
                      </a:cubicBezTo>
                      <a:cubicBezTo>
                        <a:pt x="211" y="43"/>
                        <a:pt x="161" y="1"/>
                        <a:pt x="11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78" name="Google Shape;1133;p64">
                  <a:extLst>
                    <a:ext uri="{FF2B5EF4-FFF2-40B4-BE49-F238E27FC236}">
                      <a16:creationId xmlns:a16="http://schemas.microsoft.com/office/drawing/2014/main" id="{23A27672-4BD5-8ACF-2D6D-FAA2B52ECA85}"/>
                    </a:ext>
                  </a:extLst>
                </p:cNvPr>
                <p:cNvSpPr/>
                <p:nvPr/>
              </p:nvSpPr>
              <p:spPr>
                <a:xfrm>
                  <a:off x="4365400" y="4262950"/>
                  <a:ext cx="56725" cy="5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9" h="2261" extrusionOk="0">
                      <a:moveTo>
                        <a:pt x="641" y="17"/>
                      </a:moveTo>
                      <a:cubicBezTo>
                        <a:pt x="658" y="9"/>
                        <a:pt x="675" y="0"/>
                        <a:pt x="700" y="0"/>
                      </a:cubicBezTo>
                      <a:lnTo>
                        <a:pt x="1569" y="0"/>
                      </a:lnTo>
                      <a:cubicBezTo>
                        <a:pt x="1594" y="0"/>
                        <a:pt x="1611" y="9"/>
                        <a:pt x="1628" y="17"/>
                      </a:cubicBezTo>
                      <a:lnTo>
                        <a:pt x="2244" y="641"/>
                      </a:lnTo>
                      <a:cubicBezTo>
                        <a:pt x="2261" y="650"/>
                        <a:pt x="2269" y="675"/>
                        <a:pt x="2269" y="692"/>
                      </a:cubicBezTo>
                      <a:lnTo>
                        <a:pt x="2269" y="1569"/>
                      </a:lnTo>
                      <a:cubicBezTo>
                        <a:pt x="2269" y="1586"/>
                        <a:pt x="2261" y="1611"/>
                        <a:pt x="2244" y="1619"/>
                      </a:cubicBezTo>
                      <a:lnTo>
                        <a:pt x="1628" y="2243"/>
                      </a:lnTo>
                      <a:cubicBezTo>
                        <a:pt x="1611" y="2252"/>
                        <a:pt x="1594" y="2260"/>
                        <a:pt x="1569" y="2260"/>
                      </a:cubicBezTo>
                      <a:lnTo>
                        <a:pt x="700" y="2260"/>
                      </a:lnTo>
                      <a:cubicBezTo>
                        <a:pt x="675" y="2260"/>
                        <a:pt x="658" y="2252"/>
                        <a:pt x="641" y="2243"/>
                      </a:cubicBezTo>
                      <a:lnTo>
                        <a:pt x="26" y="1619"/>
                      </a:lnTo>
                      <a:cubicBezTo>
                        <a:pt x="9" y="1611"/>
                        <a:pt x="1" y="1586"/>
                        <a:pt x="1" y="1569"/>
                      </a:cubicBezTo>
                      <a:lnTo>
                        <a:pt x="1" y="692"/>
                      </a:lnTo>
                      <a:cubicBezTo>
                        <a:pt x="1" y="675"/>
                        <a:pt x="9" y="650"/>
                        <a:pt x="26" y="641"/>
                      </a:cubicBezTo>
                      <a:close/>
                      <a:moveTo>
                        <a:pt x="734" y="152"/>
                      </a:moveTo>
                      <a:lnTo>
                        <a:pt x="161" y="725"/>
                      </a:lnTo>
                      <a:lnTo>
                        <a:pt x="161" y="1535"/>
                      </a:lnTo>
                      <a:lnTo>
                        <a:pt x="734" y="2108"/>
                      </a:lnTo>
                      <a:lnTo>
                        <a:pt x="1535" y="2108"/>
                      </a:lnTo>
                      <a:lnTo>
                        <a:pt x="2109" y="1535"/>
                      </a:lnTo>
                      <a:lnTo>
                        <a:pt x="2109" y="725"/>
                      </a:lnTo>
                      <a:lnTo>
                        <a:pt x="1535" y="15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</p:grpSp>
          <p:grpSp>
            <p:nvGrpSpPr>
              <p:cNvPr id="65" name="Google Shape;1130;p64">
                <a:extLst>
                  <a:ext uri="{FF2B5EF4-FFF2-40B4-BE49-F238E27FC236}">
                    <a16:creationId xmlns:a16="http://schemas.microsoft.com/office/drawing/2014/main" id="{8A64FA92-5625-2504-7997-46BBCED744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2604959" y="12054869"/>
                <a:ext cx="1503951" cy="1498647"/>
                <a:chOff x="4365400" y="4262950"/>
                <a:chExt cx="56725" cy="56525"/>
              </a:xfrm>
              <a:solidFill>
                <a:schemeClr val="accent4"/>
              </a:solidFill>
              <a:scene3d>
                <a:camera prst="isometricTopUp"/>
                <a:lightRig rig="threePt" dir="t"/>
              </a:scene3d>
            </p:grpSpPr>
            <p:sp>
              <p:nvSpPr>
                <p:cNvPr id="73" name="Google Shape;1131;p64">
                  <a:extLst>
                    <a:ext uri="{FF2B5EF4-FFF2-40B4-BE49-F238E27FC236}">
                      <a16:creationId xmlns:a16="http://schemas.microsoft.com/office/drawing/2014/main" id="{78544255-0BB6-9441-E252-A7AA1B3A8B42}"/>
                    </a:ext>
                  </a:extLst>
                </p:cNvPr>
                <p:cNvSpPr/>
                <p:nvPr/>
              </p:nvSpPr>
              <p:spPr>
                <a:xfrm>
                  <a:off x="4391750" y="4278125"/>
                  <a:ext cx="4025" cy="1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" h="633" extrusionOk="0">
                      <a:moveTo>
                        <a:pt x="85" y="0"/>
                      </a:moveTo>
                      <a:cubicBezTo>
                        <a:pt x="34" y="0"/>
                        <a:pt x="1" y="34"/>
                        <a:pt x="1" y="76"/>
                      </a:cubicBezTo>
                      <a:lnTo>
                        <a:pt x="1" y="548"/>
                      </a:lnTo>
                      <a:cubicBezTo>
                        <a:pt x="1" y="591"/>
                        <a:pt x="34" y="633"/>
                        <a:pt x="85" y="633"/>
                      </a:cubicBezTo>
                      <a:cubicBezTo>
                        <a:pt x="127" y="633"/>
                        <a:pt x="161" y="591"/>
                        <a:pt x="161" y="548"/>
                      </a:cubicBezTo>
                      <a:lnTo>
                        <a:pt x="161" y="76"/>
                      </a:lnTo>
                      <a:cubicBezTo>
                        <a:pt x="161" y="34"/>
                        <a:pt x="127" y="0"/>
                        <a:pt x="8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74" name="Google Shape;1132;p64">
                  <a:extLst>
                    <a:ext uri="{FF2B5EF4-FFF2-40B4-BE49-F238E27FC236}">
                      <a16:creationId xmlns:a16="http://schemas.microsoft.com/office/drawing/2014/main" id="{51D3A10F-52E8-C80E-E2B2-D94D3797C4DA}"/>
                    </a:ext>
                  </a:extLst>
                </p:cNvPr>
                <p:cNvSpPr/>
                <p:nvPr/>
              </p:nvSpPr>
              <p:spPr>
                <a:xfrm>
                  <a:off x="4391125" y="4299200"/>
                  <a:ext cx="5300" cy="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212" extrusionOk="0">
                      <a:moveTo>
                        <a:pt x="110" y="1"/>
                      </a:moveTo>
                      <a:cubicBezTo>
                        <a:pt x="51" y="1"/>
                        <a:pt x="0" y="43"/>
                        <a:pt x="0" y="102"/>
                      </a:cubicBezTo>
                      <a:cubicBezTo>
                        <a:pt x="0" y="161"/>
                        <a:pt x="51" y="211"/>
                        <a:pt x="110" y="211"/>
                      </a:cubicBezTo>
                      <a:cubicBezTo>
                        <a:pt x="161" y="211"/>
                        <a:pt x="211" y="161"/>
                        <a:pt x="211" y="102"/>
                      </a:cubicBezTo>
                      <a:cubicBezTo>
                        <a:pt x="211" y="43"/>
                        <a:pt x="161" y="1"/>
                        <a:pt x="11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75" name="Google Shape;1133;p64">
                  <a:extLst>
                    <a:ext uri="{FF2B5EF4-FFF2-40B4-BE49-F238E27FC236}">
                      <a16:creationId xmlns:a16="http://schemas.microsoft.com/office/drawing/2014/main" id="{B7DB9BFF-54D3-2852-9804-0E543AB57E45}"/>
                    </a:ext>
                  </a:extLst>
                </p:cNvPr>
                <p:cNvSpPr/>
                <p:nvPr/>
              </p:nvSpPr>
              <p:spPr>
                <a:xfrm>
                  <a:off x="4365400" y="4262950"/>
                  <a:ext cx="56725" cy="5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9" h="2261" extrusionOk="0">
                      <a:moveTo>
                        <a:pt x="641" y="17"/>
                      </a:moveTo>
                      <a:cubicBezTo>
                        <a:pt x="658" y="9"/>
                        <a:pt x="675" y="0"/>
                        <a:pt x="700" y="0"/>
                      </a:cubicBezTo>
                      <a:lnTo>
                        <a:pt x="1569" y="0"/>
                      </a:lnTo>
                      <a:cubicBezTo>
                        <a:pt x="1594" y="0"/>
                        <a:pt x="1611" y="9"/>
                        <a:pt x="1628" y="17"/>
                      </a:cubicBezTo>
                      <a:lnTo>
                        <a:pt x="2244" y="641"/>
                      </a:lnTo>
                      <a:cubicBezTo>
                        <a:pt x="2261" y="650"/>
                        <a:pt x="2269" y="675"/>
                        <a:pt x="2269" y="692"/>
                      </a:cubicBezTo>
                      <a:lnTo>
                        <a:pt x="2269" y="1569"/>
                      </a:lnTo>
                      <a:cubicBezTo>
                        <a:pt x="2269" y="1586"/>
                        <a:pt x="2261" y="1611"/>
                        <a:pt x="2244" y="1619"/>
                      </a:cubicBezTo>
                      <a:lnTo>
                        <a:pt x="1628" y="2243"/>
                      </a:lnTo>
                      <a:cubicBezTo>
                        <a:pt x="1611" y="2252"/>
                        <a:pt x="1594" y="2260"/>
                        <a:pt x="1569" y="2260"/>
                      </a:cubicBezTo>
                      <a:lnTo>
                        <a:pt x="700" y="2260"/>
                      </a:lnTo>
                      <a:cubicBezTo>
                        <a:pt x="675" y="2260"/>
                        <a:pt x="658" y="2252"/>
                        <a:pt x="641" y="2243"/>
                      </a:cubicBezTo>
                      <a:lnTo>
                        <a:pt x="26" y="1619"/>
                      </a:lnTo>
                      <a:cubicBezTo>
                        <a:pt x="9" y="1611"/>
                        <a:pt x="1" y="1586"/>
                        <a:pt x="1" y="1569"/>
                      </a:cubicBezTo>
                      <a:lnTo>
                        <a:pt x="1" y="692"/>
                      </a:lnTo>
                      <a:cubicBezTo>
                        <a:pt x="1" y="675"/>
                        <a:pt x="9" y="650"/>
                        <a:pt x="26" y="641"/>
                      </a:cubicBezTo>
                      <a:close/>
                      <a:moveTo>
                        <a:pt x="734" y="152"/>
                      </a:moveTo>
                      <a:lnTo>
                        <a:pt x="161" y="725"/>
                      </a:lnTo>
                      <a:lnTo>
                        <a:pt x="161" y="1535"/>
                      </a:lnTo>
                      <a:lnTo>
                        <a:pt x="734" y="2108"/>
                      </a:lnTo>
                      <a:lnTo>
                        <a:pt x="1535" y="2108"/>
                      </a:lnTo>
                      <a:lnTo>
                        <a:pt x="2109" y="1535"/>
                      </a:lnTo>
                      <a:lnTo>
                        <a:pt x="2109" y="725"/>
                      </a:lnTo>
                      <a:lnTo>
                        <a:pt x="1535" y="15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</p:grpSp>
          <p:grpSp>
            <p:nvGrpSpPr>
              <p:cNvPr id="66" name="Google Shape;1130;p64">
                <a:extLst>
                  <a:ext uri="{FF2B5EF4-FFF2-40B4-BE49-F238E27FC236}">
                    <a16:creationId xmlns:a16="http://schemas.microsoft.com/office/drawing/2014/main" id="{67B5F58C-4DD2-D3D6-B20A-DA38DC57EF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9604005" y="10188422"/>
                <a:ext cx="1503951" cy="1498647"/>
                <a:chOff x="4365400" y="4262950"/>
                <a:chExt cx="56725" cy="56525"/>
              </a:xfrm>
              <a:solidFill>
                <a:schemeClr val="accent4"/>
              </a:solidFill>
              <a:scene3d>
                <a:camera prst="isometricTopUp"/>
                <a:lightRig rig="threePt" dir="t"/>
              </a:scene3d>
            </p:grpSpPr>
            <p:sp>
              <p:nvSpPr>
                <p:cNvPr id="70" name="Google Shape;1131;p64">
                  <a:extLst>
                    <a:ext uri="{FF2B5EF4-FFF2-40B4-BE49-F238E27FC236}">
                      <a16:creationId xmlns:a16="http://schemas.microsoft.com/office/drawing/2014/main" id="{21215BCF-45B2-6793-8327-D16DFB05EF03}"/>
                    </a:ext>
                  </a:extLst>
                </p:cNvPr>
                <p:cNvSpPr/>
                <p:nvPr/>
              </p:nvSpPr>
              <p:spPr>
                <a:xfrm>
                  <a:off x="4391750" y="4278125"/>
                  <a:ext cx="4025" cy="1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" h="633" extrusionOk="0">
                      <a:moveTo>
                        <a:pt x="85" y="0"/>
                      </a:moveTo>
                      <a:cubicBezTo>
                        <a:pt x="34" y="0"/>
                        <a:pt x="1" y="34"/>
                        <a:pt x="1" y="76"/>
                      </a:cubicBezTo>
                      <a:lnTo>
                        <a:pt x="1" y="548"/>
                      </a:lnTo>
                      <a:cubicBezTo>
                        <a:pt x="1" y="591"/>
                        <a:pt x="34" y="633"/>
                        <a:pt x="85" y="633"/>
                      </a:cubicBezTo>
                      <a:cubicBezTo>
                        <a:pt x="127" y="633"/>
                        <a:pt x="161" y="591"/>
                        <a:pt x="161" y="548"/>
                      </a:cubicBezTo>
                      <a:lnTo>
                        <a:pt x="161" y="76"/>
                      </a:lnTo>
                      <a:cubicBezTo>
                        <a:pt x="161" y="34"/>
                        <a:pt x="127" y="0"/>
                        <a:pt x="8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71" name="Google Shape;1132;p64">
                  <a:extLst>
                    <a:ext uri="{FF2B5EF4-FFF2-40B4-BE49-F238E27FC236}">
                      <a16:creationId xmlns:a16="http://schemas.microsoft.com/office/drawing/2014/main" id="{146367D0-1BED-5B17-4552-E0DBCEF975C0}"/>
                    </a:ext>
                  </a:extLst>
                </p:cNvPr>
                <p:cNvSpPr/>
                <p:nvPr/>
              </p:nvSpPr>
              <p:spPr>
                <a:xfrm>
                  <a:off x="4391125" y="4299200"/>
                  <a:ext cx="5300" cy="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212" extrusionOk="0">
                      <a:moveTo>
                        <a:pt x="110" y="1"/>
                      </a:moveTo>
                      <a:cubicBezTo>
                        <a:pt x="51" y="1"/>
                        <a:pt x="0" y="43"/>
                        <a:pt x="0" y="102"/>
                      </a:cubicBezTo>
                      <a:cubicBezTo>
                        <a:pt x="0" y="161"/>
                        <a:pt x="51" y="211"/>
                        <a:pt x="110" y="211"/>
                      </a:cubicBezTo>
                      <a:cubicBezTo>
                        <a:pt x="161" y="211"/>
                        <a:pt x="211" y="161"/>
                        <a:pt x="211" y="102"/>
                      </a:cubicBezTo>
                      <a:cubicBezTo>
                        <a:pt x="211" y="43"/>
                        <a:pt x="161" y="1"/>
                        <a:pt x="11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  <p:sp>
              <p:nvSpPr>
                <p:cNvPr id="72" name="Google Shape;1133;p64">
                  <a:extLst>
                    <a:ext uri="{FF2B5EF4-FFF2-40B4-BE49-F238E27FC236}">
                      <a16:creationId xmlns:a16="http://schemas.microsoft.com/office/drawing/2014/main" id="{602231E8-4E58-EEC5-58CE-D031E59B90E6}"/>
                    </a:ext>
                  </a:extLst>
                </p:cNvPr>
                <p:cNvSpPr/>
                <p:nvPr/>
              </p:nvSpPr>
              <p:spPr>
                <a:xfrm>
                  <a:off x="4365400" y="4262950"/>
                  <a:ext cx="56725" cy="5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9" h="2261" extrusionOk="0">
                      <a:moveTo>
                        <a:pt x="641" y="17"/>
                      </a:moveTo>
                      <a:cubicBezTo>
                        <a:pt x="658" y="9"/>
                        <a:pt x="675" y="0"/>
                        <a:pt x="700" y="0"/>
                      </a:cubicBezTo>
                      <a:lnTo>
                        <a:pt x="1569" y="0"/>
                      </a:lnTo>
                      <a:cubicBezTo>
                        <a:pt x="1594" y="0"/>
                        <a:pt x="1611" y="9"/>
                        <a:pt x="1628" y="17"/>
                      </a:cubicBezTo>
                      <a:lnTo>
                        <a:pt x="2244" y="641"/>
                      </a:lnTo>
                      <a:cubicBezTo>
                        <a:pt x="2261" y="650"/>
                        <a:pt x="2269" y="675"/>
                        <a:pt x="2269" y="692"/>
                      </a:cubicBezTo>
                      <a:lnTo>
                        <a:pt x="2269" y="1569"/>
                      </a:lnTo>
                      <a:cubicBezTo>
                        <a:pt x="2269" y="1586"/>
                        <a:pt x="2261" y="1611"/>
                        <a:pt x="2244" y="1619"/>
                      </a:cubicBezTo>
                      <a:lnTo>
                        <a:pt x="1628" y="2243"/>
                      </a:lnTo>
                      <a:cubicBezTo>
                        <a:pt x="1611" y="2252"/>
                        <a:pt x="1594" y="2260"/>
                        <a:pt x="1569" y="2260"/>
                      </a:cubicBezTo>
                      <a:lnTo>
                        <a:pt x="700" y="2260"/>
                      </a:lnTo>
                      <a:cubicBezTo>
                        <a:pt x="675" y="2260"/>
                        <a:pt x="658" y="2252"/>
                        <a:pt x="641" y="2243"/>
                      </a:cubicBezTo>
                      <a:lnTo>
                        <a:pt x="26" y="1619"/>
                      </a:lnTo>
                      <a:cubicBezTo>
                        <a:pt x="9" y="1611"/>
                        <a:pt x="1" y="1586"/>
                        <a:pt x="1" y="1569"/>
                      </a:cubicBezTo>
                      <a:lnTo>
                        <a:pt x="1" y="692"/>
                      </a:lnTo>
                      <a:cubicBezTo>
                        <a:pt x="1" y="675"/>
                        <a:pt x="9" y="650"/>
                        <a:pt x="26" y="641"/>
                      </a:cubicBezTo>
                      <a:close/>
                      <a:moveTo>
                        <a:pt x="734" y="152"/>
                      </a:moveTo>
                      <a:lnTo>
                        <a:pt x="161" y="725"/>
                      </a:lnTo>
                      <a:lnTo>
                        <a:pt x="161" y="1535"/>
                      </a:lnTo>
                      <a:lnTo>
                        <a:pt x="734" y="2108"/>
                      </a:lnTo>
                      <a:lnTo>
                        <a:pt x="1535" y="2108"/>
                      </a:lnTo>
                      <a:lnTo>
                        <a:pt x="2109" y="1535"/>
                      </a:lnTo>
                      <a:lnTo>
                        <a:pt x="2109" y="725"/>
                      </a:lnTo>
                      <a:lnTo>
                        <a:pt x="1535" y="15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868" tIns="121868" rIns="121868" bIns="121868" anchor="ctr" anchorCtr="0">
                  <a:noAutofit/>
                </a:bodyPr>
                <a:lstStyle/>
                <a:p>
                  <a:pPr defTabSz="1218682">
                    <a:buClr>
                      <a:srgbClr val="000000"/>
                    </a:buClr>
                    <a:defRPr/>
                  </a:pPr>
                  <a:endParaRPr sz="1999" kern="0">
                    <a:solidFill>
                      <a:srgbClr val="000000"/>
                    </a:solidFill>
                    <a:latin typeface="Mona Sans Display" panose="020B0604020202020204" charset="0"/>
                    <a:cs typeface="Mona Sans Display" panose="020B0604020202020204" charset="0"/>
                    <a:sym typeface="Arial"/>
                  </a:endParaRPr>
                </a:p>
              </p:txBody>
            </p:sp>
          </p:grpSp>
          <p:pic>
            <p:nvPicPr>
              <p:cNvPr id="67" name="Picture 66" descr="A close up of a heart&#10;&#10;AI-generated content may be incorrect.">
                <a:extLst>
                  <a:ext uri="{FF2B5EF4-FFF2-40B4-BE49-F238E27FC236}">
                    <a16:creationId xmlns:a16="http://schemas.microsoft.com/office/drawing/2014/main" id="{0D8663A1-F5F6-4B7B-FB03-832E72A469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15155"/>
              <a:stretch>
                <a:fillRect/>
              </a:stretch>
            </p:blipFill>
            <p:spPr>
              <a:xfrm>
                <a:off x="26698698" y="14903315"/>
                <a:ext cx="8755554" cy="2852127"/>
              </a:xfrm>
              <a:prstGeom prst="roundRect">
                <a:avLst/>
              </a:prstGeom>
            </p:spPr>
          </p:pic>
          <p:pic>
            <p:nvPicPr>
              <p:cNvPr id="68" name="Picture 67" descr="A close up of a heart&#10;&#10;AI-generated content may be incorrect.">
                <a:extLst>
                  <a:ext uri="{FF2B5EF4-FFF2-40B4-BE49-F238E27FC236}">
                    <a16:creationId xmlns:a16="http://schemas.microsoft.com/office/drawing/2014/main" id="{12562A8A-1BE4-7127-F44A-592C0CCBAD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29617"/>
              <a:stretch>
                <a:fillRect/>
              </a:stretch>
            </p:blipFill>
            <p:spPr>
              <a:xfrm flipV="1">
                <a:off x="26862515" y="1142999"/>
                <a:ext cx="8591739" cy="3369657"/>
              </a:xfrm>
              <a:prstGeom prst="roundRect">
                <a:avLst/>
              </a:prstGeom>
              <a:ln>
                <a:noFill/>
              </a:ln>
            </p:spPr>
          </p:pic>
          <p:pic>
            <p:nvPicPr>
              <p:cNvPr id="69" name="Picture 68" descr="A close up of a heart&#10;&#10;AI-generated content may be incorrect.">
                <a:extLst>
                  <a:ext uri="{FF2B5EF4-FFF2-40B4-BE49-F238E27FC236}">
                    <a16:creationId xmlns:a16="http://schemas.microsoft.com/office/drawing/2014/main" id="{38353995-C2CC-0E51-0568-FBF6BD3D76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24824"/>
              <a:stretch>
                <a:fillRect/>
              </a:stretch>
            </p:blipFill>
            <p:spPr>
              <a:xfrm flipH="1">
                <a:off x="18535512" y="15230238"/>
                <a:ext cx="6866346" cy="2525202"/>
              </a:xfrm>
              <a:prstGeom prst="roundRect">
                <a:avLst/>
              </a:prstGeom>
              <a:ln>
                <a:noFill/>
              </a:ln>
            </p:spPr>
          </p:pic>
        </p:grpSp>
        <p:sp>
          <p:nvSpPr>
            <p:cNvPr id="227" name="Rounded Rectangle 226">
              <a:extLst>
                <a:ext uri="{FF2B5EF4-FFF2-40B4-BE49-F238E27FC236}">
                  <a16:creationId xmlns:a16="http://schemas.microsoft.com/office/drawing/2014/main" id="{20673861-8BAC-2FA5-B921-866735C1C14A}"/>
                </a:ext>
              </a:extLst>
            </p:cNvPr>
            <p:cNvSpPr/>
            <p:nvPr/>
          </p:nvSpPr>
          <p:spPr>
            <a:xfrm>
              <a:off x="25181505" y="8208429"/>
              <a:ext cx="4547883" cy="94235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solidFill>
                <a:schemeClr val="bg2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742103">
                <a:defRPr/>
              </a:pPr>
              <a:r>
                <a:rPr lang="en-US" sz="1050">
                  <a:solidFill>
                    <a:srgbClr val="000000"/>
                  </a:solidFill>
                  <a:latin typeface="Mona Sans Display" panose="020B0604020202020204" charset="0"/>
                  <a:cs typeface="Mona Sans Display" panose="020B0604020202020204" charset="0"/>
                </a:rPr>
                <a:t>Zespoły + agenci</a:t>
              </a:r>
            </a:p>
          </p:txBody>
        </p: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B648C9BA-A310-FA0E-6424-133BBE4B3EF5}"/>
              </a:ext>
            </a:extLst>
          </p:cNvPr>
          <p:cNvGrpSpPr/>
          <p:nvPr/>
        </p:nvGrpSpPr>
        <p:grpSpPr>
          <a:xfrm>
            <a:off x="3513022" y="2168416"/>
            <a:ext cx="2144393" cy="87384"/>
            <a:chOff x="19681044" y="6268685"/>
            <a:chExt cx="6434857" cy="262221"/>
          </a:xfrm>
        </p:grpSpPr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9EA6BEDE-EFDF-5175-C3AF-5036BB092A7C}"/>
                </a:ext>
              </a:extLst>
            </p:cNvPr>
            <p:cNvSpPr/>
            <p:nvPr/>
          </p:nvSpPr>
          <p:spPr>
            <a:xfrm>
              <a:off x="19681044" y="6373575"/>
              <a:ext cx="6434857" cy="52442"/>
            </a:xfrm>
            <a:prstGeom prst="rect">
              <a:avLst/>
            </a:prstGeom>
            <a:gradFill flip="none" rotWithShape="1">
              <a:gsLst>
                <a:gs pos="0">
                  <a:srgbClr val="5FED83">
                    <a:alpha val="0"/>
                  </a:srgbClr>
                </a:gs>
                <a:gs pos="100000">
                  <a:srgbClr val="5FED83">
                    <a:alpha val="0"/>
                  </a:srgbClr>
                </a:gs>
                <a:gs pos="50000">
                  <a:srgbClr val="5FED83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742103">
                <a:defRPr/>
              </a:pPr>
              <a:endParaRPr lang="en-US" sz="4799">
                <a:solidFill>
                  <a:srgbClr val="FFFFFF"/>
                </a:solidFill>
                <a:latin typeface="Mona Sans Display" panose="020B0604020202020204" charset="0"/>
                <a:cs typeface="Mona Sans Display" panose="020B0604020202020204" charset="0"/>
              </a:endParaRPr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37D5E86E-DCF9-13B5-1EC6-107B18043E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767362" y="6268685"/>
              <a:ext cx="262221" cy="262221"/>
            </a:xfrm>
            <a:prstGeom prst="ellipse">
              <a:avLst/>
            </a:prstGeom>
            <a:solidFill>
              <a:srgbClr val="5FED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742103">
                <a:defRPr/>
              </a:pPr>
              <a:endParaRPr lang="en-US" sz="4799">
                <a:solidFill>
                  <a:srgbClr val="FFFFFF"/>
                </a:solidFill>
                <a:latin typeface="Mona Sans Display" panose="020B0604020202020204" charset="0"/>
                <a:cs typeface="Mona Sans Display" panose="020B060402020202020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8074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342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300" y="0"/>
            <a:ext cx="6108700" cy="3429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16300"/>
            <a:ext cx="6096000" cy="3441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3300" y="3416300"/>
            <a:ext cx="6108700" cy="3441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E9DC8-5FC7-94D1-9461-EF20063A9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250BEFD-4D8F-DE04-0B11-D4F1AF2F12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>
                <a:latin typeface="Mona Sans Display" panose="020B0604020202020204" charset="0"/>
                <a:cs typeface="Mona Sans Display" panose="020B0604020202020204" charset="0"/>
              </a:rPr>
              <a:t>Jeden GitHub Copilot, </a:t>
            </a:r>
            <a:br>
              <a:rPr lang="en-US" b="0">
                <a:latin typeface="Mona Sans Display" panose="020B0604020202020204" charset="0"/>
                <a:cs typeface="Mona Sans Display" panose="020B0604020202020204" charset="0"/>
              </a:rPr>
            </a:br>
            <a:r>
              <a:rPr lang="en-US" b="0">
                <a:latin typeface="Mona Sans Display" panose="020B0604020202020204" charset="0"/>
                <a:cs typeface="Mona Sans Display" panose="020B0604020202020204" charset="0"/>
              </a:rPr>
              <a:t>wszędzie tam, gdzie kodujesz</a:t>
            </a:r>
          </a:p>
        </p:txBody>
      </p:sp>
    </p:spTree>
    <p:extLst>
      <p:ext uri="{BB962C8B-B14F-4D97-AF65-F5344CB8AC3E}">
        <p14:creationId xmlns:p14="http://schemas.microsoft.com/office/powerpoint/2010/main" val="3474706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BCF18-05CD-E2BC-8189-A0787329C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D22E4364-5270-FC65-8934-F68545030F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70625" y="1231225"/>
            <a:ext cx="4041612" cy="1696106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771899E-B174-2820-D44C-1610EFD3CA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25" y="1238732"/>
            <a:ext cx="4023334" cy="1691993"/>
          </a:xfrm>
          <a:prstGeom prst="rect">
            <a:avLst/>
          </a:prstGeom>
          <a:solidFill>
            <a:srgbClr val="000000"/>
          </a:solidFill>
          <a:ln w="12700">
            <a:noFill/>
          </a:ln>
        </p:spPr>
      </p:pic>
      <p:pic>
        <p:nvPicPr>
          <p:cNvPr id="2" name="Picture 2" descr="Jetbrains, Eclipse, and Xcode IDE logos">
            <a:extLst>
              <a:ext uri="{FF2B5EF4-FFF2-40B4-BE49-F238E27FC236}">
                <a16:creationId xmlns:a16="http://schemas.microsoft.com/office/drawing/2014/main" id="{2F463535-7D0F-C570-3B10-DFD15E5142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57943" y="1231223"/>
            <a:ext cx="4039909" cy="1696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Placeholder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38CCD7-7590-9CEF-A623-F52CC59F519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57942" y="4132416"/>
            <a:ext cx="4032472" cy="1696108"/>
          </a:xfrm>
          <a:prstGeom prst="roundRect">
            <a:avLst>
              <a:gd name="adj" fmla="val 0"/>
            </a:avLst>
          </a:prstGeom>
          <a:ln>
            <a:noFill/>
          </a:ln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2A8A5036-FCB8-CEB3-5C61-7C6B1959308B}"/>
              </a:ext>
            </a:extLst>
          </p:cNvPr>
          <p:cNvSpPr txBox="1"/>
          <p:nvPr/>
        </p:nvSpPr>
        <p:spPr>
          <a:xfrm>
            <a:off x="121987" y="354634"/>
            <a:ext cx="11042135" cy="646163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3599" spc="-150">
                <a:latin typeface="Mona Sans Display" panose="020B0604020202020204" charset="0"/>
                <a:cs typeface="Mona Sans Display" panose="020B0604020202020204" charset="0"/>
              </a:rPr>
              <a:t>GitHub Copilot działa w IDE, w przeglądarce i na telefonie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B41AFA-2B9F-012C-2C32-91945243E00C}"/>
              </a:ext>
            </a:extLst>
          </p:cNvPr>
          <p:cNvSpPr/>
          <p:nvPr/>
        </p:nvSpPr>
        <p:spPr>
          <a:xfrm>
            <a:off x="1588" y="1203799"/>
            <a:ext cx="12188825" cy="27425"/>
          </a:xfrm>
          <a:prstGeom prst="rect">
            <a:avLst/>
          </a:prstGeom>
          <a:solidFill>
            <a:srgbClr val="0887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397">
              <a:latin typeface="Mona Sans Display" panose="020B0604020202020204" charset="0"/>
              <a:cs typeface="Mona Sans Display" panose="020B0604020202020204" charset="0"/>
            </a:endParaRP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C535F596-3A6E-2DC1-9974-0A3BB29D705F}"/>
              </a:ext>
            </a:extLst>
          </p:cNvPr>
          <p:cNvGrpSpPr/>
          <p:nvPr/>
        </p:nvGrpSpPr>
        <p:grpSpPr>
          <a:xfrm>
            <a:off x="4043198" y="1203799"/>
            <a:ext cx="4114744" cy="5653309"/>
            <a:chOff x="4042663" y="1668726"/>
            <a:chExt cx="4115816" cy="518927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46F3085-8D39-A58A-CABA-10816A1008BE}"/>
                </a:ext>
              </a:extLst>
            </p:cNvPr>
            <p:cNvSpPr/>
            <p:nvPr/>
          </p:nvSpPr>
          <p:spPr>
            <a:xfrm>
              <a:off x="8121903" y="1668726"/>
              <a:ext cx="36576" cy="5189274"/>
            </a:xfrm>
            <a:prstGeom prst="rect">
              <a:avLst/>
            </a:prstGeom>
            <a:solidFill>
              <a:srgbClr val="0887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397">
                <a:latin typeface="Mona Sans Display" panose="020B0604020202020204" charset="0"/>
                <a:cs typeface="Mona Sans Display" panose="020B060402020202020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A96698E-8989-CFC9-6396-BF10724C8B57}"/>
                </a:ext>
              </a:extLst>
            </p:cNvPr>
            <p:cNvSpPr/>
            <p:nvPr/>
          </p:nvSpPr>
          <p:spPr>
            <a:xfrm>
              <a:off x="4042663" y="1668726"/>
              <a:ext cx="36576" cy="5189274"/>
            </a:xfrm>
            <a:prstGeom prst="rect">
              <a:avLst/>
            </a:prstGeom>
            <a:solidFill>
              <a:srgbClr val="0887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397">
                <a:latin typeface="Mona Sans Display" panose="020B0604020202020204" charset="0"/>
                <a:cs typeface="Mona Sans Display" panose="020B0604020202020204" charset="0"/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56552BDA-67C3-1E0F-81CF-52883E4F3757}"/>
              </a:ext>
            </a:extLst>
          </p:cNvPr>
          <p:cNvSpPr txBox="1"/>
          <p:nvPr/>
        </p:nvSpPr>
        <p:spPr>
          <a:xfrm>
            <a:off x="344853" y="3090154"/>
            <a:ext cx="2402661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5EEC83"/>
                </a:solidFill>
                <a:latin typeface="Mona Sans Display" panose="020B0604020202020204" charset="0"/>
                <a:ea typeface="Consolas" panose="02000009000000000000" pitchFamily="49" charset="77"/>
                <a:cs typeface="Mona Sans Display" panose="020B0604020202020204" charset="0"/>
              </a:rPr>
              <a:t>GitHub.com i aplikacje mobilne GitHuba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08B704-9399-77B2-A9C5-5E8FC84BF1EE}"/>
              </a:ext>
            </a:extLst>
          </p:cNvPr>
          <p:cNvSpPr txBox="1"/>
          <p:nvPr/>
        </p:nvSpPr>
        <p:spPr>
          <a:xfrm>
            <a:off x="377063" y="6230093"/>
            <a:ext cx="2595086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5EEC83"/>
                </a:solidFill>
                <a:latin typeface="Mona Sans Display" panose="020B0604020202020204" charset="0"/>
                <a:ea typeface="Consolas" panose="02000009000000000000" pitchFamily="49" charset="77"/>
                <a:cs typeface="Mona Sans Display" panose="020B0604020202020204" charset="0"/>
              </a:rPr>
              <a:t>Terminal (Copilot CLI)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701757-E5E8-E631-2DC6-5C5EDA00C851}"/>
              </a:ext>
            </a:extLst>
          </p:cNvPr>
          <p:cNvSpPr txBox="1"/>
          <p:nvPr/>
        </p:nvSpPr>
        <p:spPr>
          <a:xfrm>
            <a:off x="4465835" y="3090154"/>
            <a:ext cx="1033932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5EEC83"/>
                </a:solidFill>
                <a:latin typeface="Mona Sans Display" panose="020B0604020202020204" charset="0"/>
                <a:ea typeface="Consolas" panose="02000009000000000000" pitchFamily="49" charset="77"/>
                <a:cs typeface="Mona Sans Display" panose="020B0604020202020204" charset="0"/>
              </a:rPr>
              <a:t>VS Code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4ACBC29-F27C-F556-E028-F10E744DBDA5}"/>
              </a:ext>
            </a:extLst>
          </p:cNvPr>
          <p:cNvSpPr txBox="1"/>
          <p:nvPr/>
        </p:nvSpPr>
        <p:spPr>
          <a:xfrm>
            <a:off x="4465836" y="6022295"/>
            <a:ext cx="1633773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5EEC83"/>
                </a:solidFill>
                <a:latin typeface="Mona Sans Display" panose="020B0604020202020204" charset="0"/>
                <a:ea typeface="Consolas" panose="02000009000000000000" pitchFamily="49" charset="77"/>
                <a:cs typeface="Mona Sans Display" panose="020B0604020202020204" charset="0"/>
              </a:rPr>
              <a:t>Slack i Teams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58EB650-A6D2-FD3D-C803-03DD69BC56F3}"/>
              </a:ext>
            </a:extLst>
          </p:cNvPr>
          <p:cNvSpPr txBox="1"/>
          <p:nvPr/>
        </p:nvSpPr>
        <p:spPr>
          <a:xfrm>
            <a:off x="8550232" y="3138215"/>
            <a:ext cx="2726319" cy="8307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5EEC83"/>
                </a:solidFill>
                <a:latin typeface="Mona Sans Display" panose="020B0604020202020204" charset="0"/>
                <a:ea typeface="Consolas" panose="02000009000000000000" pitchFamily="49" charset="77"/>
                <a:cs typeface="Mona Sans Display" panose="020B0604020202020204" charset="0"/>
              </a:rPr>
              <a:t>IDE JetBrains, Eclipse, </a:t>
            </a:r>
          </a:p>
          <a:p>
            <a:endParaRPr lang="en-US" sz="1200">
              <a:solidFill>
                <a:srgbClr val="5EEC83"/>
              </a:solidFill>
              <a:latin typeface="Mona Sans Display" panose="020B0604020202020204" charset="0"/>
              <a:ea typeface="Consolas" panose="02000009000000000000" pitchFamily="49" charset="77"/>
              <a:cs typeface="Mona Sans Display" panose="020B0604020202020204" charset="0"/>
            </a:endParaRPr>
          </a:p>
          <a:p>
            <a:r>
              <a:rPr lang="en-US" sz="1200">
                <a:solidFill>
                  <a:srgbClr val="5EEC83"/>
                </a:solidFill>
                <a:latin typeface="Mona Sans Display" panose="020B0604020202020204" charset="0"/>
                <a:ea typeface="Consolas" panose="02000009000000000000" pitchFamily="49" charset="77"/>
                <a:cs typeface="Mona Sans Display" panose="020B0604020202020204" charset="0"/>
              </a:rPr>
              <a:t>Vim, Visual Studio, Xcode</a:t>
            </a:r>
          </a:p>
          <a:p>
            <a:endParaRPr lang="en-US" sz="1200">
              <a:solidFill>
                <a:srgbClr val="5EEC83"/>
              </a:solidFill>
              <a:latin typeface="Mona Sans Display" panose="020B0604020202020204" charset="0"/>
              <a:ea typeface="Consolas" panose="02000009000000000000" pitchFamily="49" charset="77"/>
              <a:cs typeface="Mona Sans Display" panose="020B060402020202020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EBF335B-8B1D-0BCE-B51E-D0416B7721DB}"/>
              </a:ext>
            </a:extLst>
          </p:cNvPr>
          <p:cNvSpPr txBox="1"/>
          <p:nvPr/>
        </p:nvSpPr>
        <p:spPr>
          <a:xfrm>
            <a:off x="8550231" y="6022294"/>
            <a:ext cx="3111010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5EEC83"/>
                </a:solidFill>
                <a:latin typeface="Mona Sans Display" panose="020B0604020202020204" charset="0"/>
                <a:ea typeface="Consolas" panose="02000009000000000000" pitchFamily="49" charset="77"/>
                <a:cs typeface="Mona Sans Display" panose="020B0604020202020204" charset="0"/>
              </a:rPr>
              <a:t>Azure DevOps Boards, Linear, Jira</a:t>
            </a:r>
          </a:p>
        </p:txBody>
      </p:sp>
      <p:pic>
        <p:nvPicPr>
          <p:cNvPr id="12" name="Picture 4" descr="Screenshot of user working on a bug using the GitHub app for Microsoft Teams">
            <a:extLst>
              <a:ext uri="{FF2B5EF4-FFF2-40B4-BE49-F238E27FC236}">
                <a16:creationId xmlns:a16="http://schemas.microsoft.com/office/drawing/2014/main" id="{E473AF37-446B-67ED-C16A-381FF699D3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0718" t="37334" r="8782" b="30361"/>
          <a:stretch>
            <a:fillRect/>
          </a:stretch>
        </p:blipFill>
        <p:spPr bwMode="auto">
          <a:xfrm>
            <a:off x="4096337" y="4123726"/>
            <a:ext cx="4025038" cy="170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56BEFAA-3181-041F-EA92-2B2A8411A649}"/>
              </a:ext>
            </a:extLst>
          </p:cNvPr>
          <p:cNvSpPr/>
          <p:nvPr/>
        </p:nvSpPr>
        <p:spPr>
          <a:xfrm>
            <a:off x="1588" y="4094164"/>
            <a:ext cx="12188825" cy="27425"/>
          </a:xfrm>
          <a:prstGeom prst="rect">
            <a:avLst/>
          </a:prstGeom>
          <a:solidFill>
            <a:srgbClr val="0887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397">
              <a:latin typeface="Mona Sans Display" panose="020B0604020202020204" charset="0"/>
              <a:cs typeface="Mona Sans Display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E167F3-64F1-9B1E-0545-D831886907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05" y="4107876"/>
            <a:ext cx="3877774" cy="208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565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FB6D9-C2A7-698E-C94A-C53B460E0D3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450625" y="596502"/>
            <a:ext cx="5290750" cy="448550"/>
          </a:xfrm>
        </p:spPr>
        <p:txBody>
          <a:bodyPr/>
          <a:lstStyle/>
          <a:p>
            <a:r>
              <a:rPr lang="en-US">
                <a:latin typeface="Mona Sans Mono"/>
                <a:cs typeface="Segoe UI"/>
              </a:rPr>
              <a:t>Mniej // TODO: więcej zrobione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607450-B0AD-564D-CD64-A86CBFE0B6B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>
                <a:latin typeface="Mona Sans Display"/>
                <a:cs typeface="Mona Sans Display"/>
              </a:rPr>
              <a:t>GitHub Copilot CLI</a:t>
            </a:r>
            <a:endParaRPr lang="en-US"/>
          </a:p>
        </p:txBody>
      </p:sp>
      <p:pic>
        <p:nvPicPr>
          <p:cNvPr id="2" name="copilot-cli">
            <a:hlinkClick r:id="" action="ppaction://media"/>
            <a:extLst>
              <a:ext uri="{FF2B5EF4-FFF2-40B4-BE49-F238E27FC236}">
                <a16:creationId xmlns:a16="http://schemas.microsoft.com/office/drawing/2014/main" id="{1FA1D2BC-9170-6308-E5C2-E541202E95F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18457" y="2405743"/>
            <a:ext cx="10747828" cy="592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3460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86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9E8F7-A6D1-F009-6A68-C4A125009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6EA601-A8AF-0EE5-8769-AF4DF4149CFD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3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12B40B7-249F-702C-7870-ED2B12EFB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7010" y="1912930"/>
            <a:ext cx="5329526" cy="581717"/>
          </a:xfrm>
        </p:spPr>
        <p:txBody>
          <a:bodyPr>
            <a:normAutofit fontScale="90000"/>
          </a:bodyPr>
          <a:lstStyle/>
          <a:p>
            <a:r>
              <a:rPr lang="en-US" spc="-150">
                <a:cs typeface="Aptos" pitchFamily="2" charset="77"/>
              </a:rPr>
              <a:t>Najważniejsze możliwości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B53DDA9-459F-6459-B4EC-2466101231C0}"/>
              </a:ext>
            </a:extLst>
          </p:cNvPr>
          <p:cNvGrpSpPr/>
          <p:nvPr/>
        </p:nvGrpSpPr>
        <p:grpSpPr>
          <a:xfrm>
            <a:off x="6487010" y="1176890"/>
            <a:ext cx="2084561" cy="415936"/>
            <a:chOff x="19461029" y="4145700"/>
            <a:chExt cx="6253683" cy="1247808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2DC3803D-891B-C923-E74D-D0D1AA3BA7D2}"/>
                </a:ext>
              </a:extLst>
            </p:cNvPr>
            <p:cNvSpPr/>
            <p:nvPr/>
          </p:nvSpPr>
          <p:spPr>
            <a:xfrm>
              <a:off x="19461029" y="4145700"/>
              <a:ext cx="6253683" cy="1247808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 w="254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5760" rtlCol="0" anchor="ctr"/>
            <a:lstStyle/>
            <a:p>
              <a:pPr marL="0" marR="0" lvl="0" indent="0" algn="l" defTabSz="9143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>
                  <a:solidFill>
                    <a:srgbClr val="FFFFFF"/>
                  </a:solidFill>
                  <a:latin typeface="Aptos" pitchFamily="2" charset="77"/>
                </a:rPr>
                <a:t>Co w pudełku</a:t>
              </a:r>
            </a:p>
          </p:txBody>
        </p:sp>
        <p:grpSp>
          <p:nvGrpSpPr>
            <p:cNvPr id="16" name="Google Shape;407;p27">
              <a:extLst>
                <a:ext uri="{FF2B5EF4-FFF2-40B4-BE49-F238E27FC236}">
                  <a16:creationId xmlns:a16="http://schemas.microsoft.com/office/drawing/2014/main" id="{33D0C404-6D7E-D322-AE7A-646EE6577AA9}"/>
                </a:ext>
              </a:extLst>
            </p:cNvPr>
            <p:cNvGrpSpPr/>
            <p:nvPr/>
          </p:nvGrpSpPr>
          <p:grpSpPr>
            <a:xfrm>
              <a:off x="19937505" y="4506765"/>
              <a:ext cx="525726" cy="525677"/>
              <a:chOff x="3192175" y="1099503"/>
              <a:chExt cx="52725" cy="52725"/>
            </a:xfrm>
            <a:solidFill>
              <a:schemeClr val="tx1"/>
            </a:solidFill>
          </p:grpSpPr>
          <p:sp>
            <p:nvSpPr>
              <p:cNvPr id="17" name="Google Shape;408;p27">
                <a:extLst>
                  <a:ext uri="{FF2B5EF4-FFF2-40B4-BE49-F238E27FC236}">
                    <a16:creationId xmlns:a16="http://schemas.microsoft.com/office/drawing/2014/main" id="{C2157B60-5FD7-830E-A1F7-63B2B9781614}"/>
                  </a:ext>
                </a:extLst>
              </p:cNvPr>
              <p:cNvSpPr/>
              <p:nvPr/>
            </p:nvSpPr>
            <p:spPr>
              <a:xfrm>
                <a:off x="3201225" y="1115303"/>
                <a:ext cx="13525" cy="21150"/>
              </a:xfrm>
              <a:custGeom>
                <a:avLst/>
                <a:gdLst/>
                <a:ahLst/>
                <a:cxnLst/>
                <a:rect l="l" t="t" r="r" b="b"/>
                <a:pathLst>
                  <a:path w="541" h="846" extrusionOk="0">
                    <a:moveTo>
                      <a:pt x="455" y="1"/>
                    </a:moveTo>
                    <a:cubicBezTo>
                      <a:pt x="435" y="1"/>
                      <a:pt x="414" y="9"/>
                      <a:pt x="397" y="26"/>
                    </a:cubicBezTo>
                    <a:lnTo>
                      <a:pt x="26" y="363"/>
                    </a:lnTo>
                    <a:cubicBezTo>
                      <a:pt x="9" y="380"/>
                      <a:pt x="1" y="397"/>
                      <a:pt x="1" y="422"/>
                    </a:cubicBezTo>
                    <a:cubicBezTo>
                      <a:pt x="1" y="448"/>
                      <a:pt x="9" y="464"/>
                      <a:pt x="26" y="481"/>
                    </a:cubicBezTo>
                    <a:lnTo>
                      <a:pt x="397" y="827"/>
                    </a:lnTo>
                    <a:cubicBezTo>
                      <a:pt x="413" y="839"/>
                      <a:pt x="432" y="845"/>
                      <a:pt x="451" y="845"/>
                    </a:cubicBezTo>
                    <a:cubicBezTo>
                      <a:pt x="473" y="845"/>
                      <a:pt x="493" y="837"/>
                      <a:pt x="507" y="819"/>
                    </a:cubicBezTo>
                    <a:cubicBezTo>
                      <a:pt x="541" y="785"/>
                      <a:pt x="541" y="734"/>
                      <a:pt x="507" y="709"/>
                    </a:cubicBezTo>
                    <a:lnTo>
                      <a:pt x="195" y="422"/>
                    </a:lnTo>
                    <a:lnTo>
                      <a:pt x="507" y="136"/>
                    </a:lnTo>
                    <a:cubicBezTo>
                      <a:pt x="541" y="110"/>
                      <a:pt x="541" y="60"/>
                      <a:pt x="507" y="26"/>
                    </a:cubicBezTo>
                    <a:cubicBezTo>
                      <a:pt x="494" y="9"/>
                      <a:pt x="475" y="1"/>
                      <a:pt x="45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3047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4200" b="0" i="0" u="none" strike="noStrike" kern="0" cap="none" spc="0" normalizeH="0" baseline="0" noProof="0">
                  <a:ln>
                    <a:noFill/>
                  </a:ln>
                  <a:solidFill>
                    <a:srgbClr val="0C1116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" name="Google Shape;409;p27">
                <a:extLst>
                  <a:ext uri="{FF2B5EF4-FFF2-40B4-BE49-F238E27FC236}">
                    <a16:creationId xmlns:a16="http://schemas.microsoft.com/office/drawing/2014/main" id="{9AEFCA0D-1AE2-7214-677C-2F0D395BBEE6}"/>
                  </a:ext>
                </a:extLst>
              </p:cNvPr>
              <p:cNvSpPr/>
              <p:nvPr/>
            </p:nvSpPr>
            <p:spPr>
              <a:xfrm>
                <a:off x="3222100" y="1115303"/>
                <a:ext cx="13525" cy="21150"/>
              </a:xfrm>
              <a:custGeom>
                <a:avLst/>
                <a:gdLst/>
                <a:ahLst/>
                <a:cxnLst/>
                <a:rect l="l" t="t" r="r" b="b"/>
                <a:pathLst>
                  <a:path w="541" h="846" extrusionOk="0">
                    <a:moveTo>
                      <a:pt x="86" y="1"/>
                    </a:moveTo>
                    <a:cubicBezTo>
                      <a:pt x="66" y="1"/>
                      <a:pt x="47" y="9"/>
                      <a:pt x="35" y="26"/>
                    </a:cubicBezTo>
                    <a:cubicBezTo>
                      <a:pt x="1" y="60"/>
                      <a:pt x="1" y="110"/>
                      <a:pt x="35" y="136"/>
                    </a:cubicBezTo>
                    <a:lnTo>
                      <a:pt x="347" y="422"/>
                    </a:lnTo>
                    <a:lnTo>
                      <a:pt x="35" y="709"/>
                    </a:lnTo>
                    <a:cubicBezTo>
                      <a:pt x="1" y="734"/>
                      <a:pt x="1" y="785"/>
                      <a:pt x="35" y="819"/>
                    </a:cubicBezTo>
                    <a:cubicBezTo>
                      <a:pt x="48" y="837"/>
                      <a:pt x="69" y="845"/>
                      <a:pt x="91" y="845"/>
                    </a:cubicBezTo>
                    <a:cubicBezTo>
                      <a:pt x="109" y="845"/>
                      <a:pt x="129" y="839"/>
                      <a:pt x="144" y="827"/>
                    </a:cubicBezTo>
                    <a:lnTo>
                      <a:pt x="515" y="481"/>
                    </a:lnTo>
                    <a:cubicBezTo>
                      <a:pt x="532" y="464"/>
                      <a:pt x="541" y="448"/>
                      <a:pt x="541" y="422"/>
                    </a:cubicBezTo>
                    <a:cubicBezTo>
                      <a:pt x="541" y="397"/>
                      <a:pt x="532" y="380"/>
                      <a:pt x="515" y="363"/>
                    </a:cubicBezTo>
                    <a:lnTo>
                      <a:pt x="144" y="26"/>
                    </a:lnTo>
                    <a:cubicBezTo>
                      <a:pt x="127" y="9"/>
                      <a:pt x="106" y="1"/>
                      <a:pt x="8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3047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4200" b="0" i="0" u="none" strike="noStrike" kern="0" cap="none" spc="0" normalizeH="0" baseline="0" noProof="0">
                  <a:ln>
                    <a:noFill/>
                  </a:ln>
                  <a:solidFill>
                    <a:srgbClr val="0C1116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9" name="Google Shape;410;p27">
                <a:extLst>
                  <a:ext uri="{FF2B5EF4-FFF2-40B4-BE49-F238E27FC236}">
                    <a16:creationId xmlns:a16="http://schemas.microsoft.com/office/drawing/2014/main" id="{EBA9B2A2-E74E-C55B-B316-7A02DCBB5680}"/>
                  </a:ext>
                </a:extLst>
              </p:cNvPr>
              <p:cNvSpPr/>
              <p:nvPr/>
            </p:nvSpPr>
            <p:spPr>
              <a:xfrm>
                <a:off x="3192175" y="1099503"/>
                <a:ext cx="52725" cy="52725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2109" extrusionOk="0">
                    <a:moveTo>
                      <a:pt x="0" y="186"/>
                    </a:moveTo>
                    <a:cubicBezTo>
                      <a:pt x="0" y="85"/>
                      <a:pt x="76" y="0"/>
                      <a:pt x="177" y="0"/>
                    </a:cubicBezTo>
                    <a:lnTo>
                      <a:pt x="1923" y="0"/>
                    </a:lnTo>
                    <a:cubicBezTo>
                      <a:pt x="2024" y="0"/>
                      <a:pt x="2109" y="85"/>
                      <a:pt x="2109" y="186"/>
                    </a:cubicBezTo>
                    <a:lnTo>
                      <a:pt x="2109" y="1923"/>
                    </a:lnTo>
                    <a:cubicBezTo>
                      <a:pt x="2109" y="2024"/>
                      <a:pt x="2024" y="2108"/>
                      <a:pt x="1923" y="2108"/>
                    </a:cubicBezTo>
                    <a:lnTo>
                      <a:pt x="177" y="2108"/>
                    </a:lnTo>
                    <a:cubicBezTo>
                      <a:pt x="76" y="2108"/>
                      <a:pt x="0" y="2024"/>
                      <a:pt x="0" y="1923"/>
                    </a:cubicBezTo>
                    <a:close/>
                    <a:moveTo>
                      <a:pt x="177" y="160"/>
                    </a:moveTo>
                    <a:cubicBezTo>
                      <a:pt x="169" y="160"/>
                      <a:pt x="152" y="169"/>
                      <a:pt x="152" y="186"/>
                    </a:cubicBezTo>
                    <a:lnTo>
                      <a:pt x="152" y="1923"/>
                    </a:lnTo>
                    <a:cubicBezTo>
                      <a:pt x="152" y="1940"/>
                      <a:pt x="169" y="1948"/>
                      <a:pt x="177" y="1948"/>
                    </a:cubicBezTo>
                    <a:lnTo>
                      <a:pt x="1923" y="1948"/>
                    </a:lnTo>
                    <a:cubicBezTo>
                      <a:pt x="1931" y="1948"/>
                      <a:pt x="1948" y="1940"/>
                      <a:pt x="1948" y="1923"/>
                    </a:cubicBezTo>
                    <a:lnTo>
                      <a:pt x="1948" y="186"/>
                    </a:lnTo>
                    <a:cubicBezTo>
                      <a:pt x="1948" y="169"/>
                      <a:pt x="1931" y="160"/>
                      <a:pt x="1923" y="16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3047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4200" b="0" i="0" u="none" strike="noStrike" kern="0" cap="none" spc="0" normalizeH="0" baseline="0" noProof="0">
                  <a:ln>
                    <a:noFill/>
                  </a:ln>
                  <a:solidFill>
                    <a:srgbClr val="0C1116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5" name="Picture 24" descr="A screenshot of a phone&#10;&#10;AI-generated content may be incorrect.">
            <a:extLst>
              <a:ext uri="{FF2B5EF4-FFF2-40B4-BE49-F238E27FC236}">
                <a16:creationId xmlns:a16="http://schemas.microsoft.com/office/drawing/2014/main" id="{5AA71F5B-F152-9991-A217-A715D38CE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1778" y="3385105"/>
            <a:ext cx="1827177" cy="1554464"/>
          </a:xfrm>
          <a:prstGeom prst="rect">
            <a:avLst/>
          </a:prstGeom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3DF63CCB-DBA7-63B3-E069-A2D1D94260A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17D62E-F35F-45AD-3F57-CAF8256C0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172" y="2087519"/>
            <a:ext cx="5787656" cy="3110678"/>
          </a:xfrm>
          <a:prstGeom prst="roundRect">
            <a:avLst>
              <a:gd name="adj" fmla="val 5031"/>
            </a:avLst>
          </a:prstGeom>
        </p:spPr>
      </p:pic>
      <p:sp>
        <p:nvSpPr>
          <p:cNvPr id="9" name="Google Shape;727;p90">
            <a:extLst>
              <a:ext uri="{FF2B5EF4-FFF2-40B4-BE49-F238E27FC236}">
                <a16:creationId xmlns:a16="http://schemas.microsoft.com/office/drawing/2014/main" id="{131BE565-7189-51B4-E444-5BC84153A078}"/>
              </a:ext>
            </a:extLst>
          </p:cNvPr>
          <p:cNvSpPr txBox="1">
            <a:spLocks/>
          </p:cNvSpPr>
          <p:nvPr/>
        </p:nvSpPr>
        <p:spPr>
          <a:xfrm>
            <a:off x="6305260" y="4106501"/>
            <a:ext cx="3238856" cy="457081"/>
          </a:xfrm>
          <a:prstGeom prst="rect">
            <a:avLst/>
          </a:prstGeom>
        </p:spPr>
        <p:txBody>
          <a:bodyPr spcFirstLastPara="1" wrap="square" lIns="91401" tIns="45688" rIns="91401" bIns="45688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664" indent="-285664">
              <a:buFont typeface="Arial" panose="020B0604020202020204" pitchFamily="34" charset="0"/>
              <a:buChar char="•"/>
            </a:pPr>
            <a:r>
              <a:rPr lang="en-US" sz="1600"/>
              <a:t>Kontekst </a:t>
            </a:r>
            <a:br>
              <a:rPr lang="en-US" sz="1600"/>
            </a:br>
            <a:r>
              <a:rPr lang="en-US" sz="1600"/>
              <a:t>z wielu plików</a:t>
            </a:r>
          </a:p>
        </p:txBody>
      </p:sp>
      <p:sp>
        <p:nvSpPr>
          <p:cNvPr id="22" name="Google Shape;730;p90">
            <a:extLst>
              <a:ext uri="{FF2B5EF4-FFF2-40B4-BE49-F238E27FC236}">
                <a16:creationId xmlns:a16="http://schemas.microsoft.com/office/drawing/2014/main" id="{5BCB47A5-78C3-C811-A4BD-5A3AE136414E}"/>
              </a:ext>
            </a:extLst>
          </p:cNvPr>
          <p:cNvSpPr txBox="1">
            <a:spLocks/>
          </p:cNvSpPr>
          <p:nvPr/>
        </p:nvSpPr>
        <p:spPr>
          <a:xfrm>
            <a:off x="6258110" y="3503278"/>
            <a:ext cx="3762310" cy="457081"/>
          </a:xfrm>
          <a:prstGeom prst="rect">
            <a:avLst/>
          </a:prstGeom>
        </p:spPr>
        <p:txBody>
          <a:bodyPr spcFirstLastPara="1" wrap="square" lIns="91401" tIns="45688" rIns="91401" bIns="45688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664" indent="-285664">
              <a:buFont typeface="Arial" panose="020B0604020202020204" pitchFamily="34" charset="0"/>
              <a:buChar char="•"/>
            </a:pPr>
            <a:r>
              <a:rPr lang="en-US" sz="1600"/>
              <a:t>Generowanie </a:t>
            </a:r>
            <a:br>
              <a:rPr lang="en-US" sz="1600"/>
            </a:br>
            <a:r>
              <a:rPr lang="en-US" sz="1600"/>
              <a:t>i zmiana kodu</a:t>
            </a:r>
          </a:p>
        </p:txBody>
      </p:sp>
      <p:sp>
        <p:nvSpPr>
          <p:cNvPr id="24" name="Google Shape;738;p91">
            <a:extLst>
              <a:ext uri="{FF2B5EF4-FFF2-40B4-BE49-F238E27FC236}">
                <a16:creationId xmlns:a16="http://schemas.microsoft.com/office/drawing/2014/main" id="{CCD08D58-D8F6-6EED-FFDC-A478F424F7EA}"/>
              </a:ext>
            </a:extLst>
          </p:cNvPr>
          <p:cNvSpPr txBox="1">
            <a:spLocks/>
          </p:cNvSpPr>
          <p:nvPr/>
        </p:nvSpPr>
        <p:spPr>
          <a:xfrm>
            <a:off x="6305260" y="2971919"/>
            <a:ext cx="3238856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189" marR="0" lvl="0" indent="-22859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1pPr>
            <a:lvl2pPr marL="914377" marR="0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2pPr>
            <a:lvl3pPr marL="1371566" marR="0" lvl="2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3pPr>
            <a:lvl4pPr marL="1828754" marR="0" lvl="3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4pPr>
            <a:lvl5pPr marL="2285943" marR="0" lvl="4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5pPr>
            <a:lvl6pPr marL="2743131" marR="0" lvl="5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6pPr>
            <a:lvl7pPr marL="3200320" marR="0" lvl="6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7pPr>
            <a:lvl8pPr marL="3657509" marR="0" lvl="7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8pPr>
            <a:lvl9pPr marL="4114697" marR="0" lvl="8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9pPr>
          </a:lstStyle>
          <a:p>
            <a:pPr marL="285664" indent="-285664">
              <a:buFont typeface="Arial" panose="020B0604020202020204" pitchFamily="34" charset="0"/>
              <a:buChar char="•"/>
            </a:pPr>
            <a:r>
              <a:rPr lang="en-US" sz="1600" kern="0"/>
              <a:t>Praca </a:t>
            </a:r>
            <a:br>
              <a:rPr lang="en-US" sz="1600" kern="0"/>
            </a:br>
            <a:r>
              <a:rPr lang="en-US" sz="1600" kern="0"/>
              <a:t>interaktywna</a:t>
            </a:r>
          </a:p>
        </p:txBody>
      </p:sp>
      <p:sp>
        <p:nvSpPr>
          <p:cNvPr id="27" name="Google Shape;740;p91">
            <a:extLst>
              <a:ext uri="{FF2B5EF4-FFF2-40B4-BE49-F238E27FC236}">
                <a16:creationId xmlns:a16="http://schemas.microsoft.com/office/drawing/2014/main" id="{91F67899-5648-68BA-3CB8-1C80781CBB71}"/>
              </a:ext>
            </a:extLst>
          </p:cNvPr>
          <p:cNvSpPr txBox="1">
            <a:spLocks/>
          </p:cNvSpPr>
          <p:nvPr/>
        </p:nvSpPr>
        <p:spPr>
          <a:xfrm>
            <a:off x="9198170" y="3489023"/>
            <a:ext cx="2613184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189" marR="0" lvl="0" indent="-22859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1pPr>
            <a:lvl2pPr marL="914377" marR="0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2pPr>
            <a:lvl3pPr marL="1371566" marR="0" lvl="2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3pPr>
            <a:lvl4pPr marL="1828754" marR="0" lvl="3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4pPr>
            <a:lvl5pPr marL="2285943" marR="0" lvl="4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5pPr>
            <a:lvl6pPr marL="2743131" marR="0" lvl="5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6pPr>
            <a:lvl7pPr marL="3200320" marR="0" lvl="6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7pPr>
            <a:lvl8pPr marL="3657509" marR="0" lvl="7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8pPr>
            <a:lvl9pPr marL="4114697" marR="0" lvl="8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9pPr>
          </a:lstStyle>
          <a:p>
            <a:pPr marL="285664" indent="-285664">
              <a:buFont typeface="Arial" panose="020B0604020202020204" pitchFamily="34" charset="0"/>
              <a:buChar char="•"/>
            </a:pPr>
            <a:r>
              <a:rPr lang="en-US" sz="1600" kern="0"/>
              <a:t>Narzędzia </a:t>
            </a:r>
            <a:br>
              <a:rPr lang="en-US" sz="1600" kern="0"/>
            </a:br>
            <a:r>
              <a:rPr lang="en-US" sz="1600" kern="0"/>
              <a:t>i komendy powłoki</a:t>
            </a:r>
          </a:p>
        </p:txBody>
      </p:sp>
      <p:sp>
        <p:nvSpPr>
          <p:cNvPr id="29" name="Google Shape;743;p91">
            <a:extLst>
              <a:ext uri="{FF2B5EF4-FFF2-40B4-BE49-F238E27FC236}">
                <a16:creationId xmlns:a16="http://schemas.microsoft.com/office/drawing/2014/main" id="{326274F0-D8D0-1843-5DF1-BD371BD22BB2}"/>
              </a:ext>
            </a:extLst>
          </p:cNvPr>
          <p:cNvSpPr txBox="1">
            <a:spLocks/>
          </p:cNvSpPr>
          <p:nvPr/>
        </p:nvSpPr>
        <p:spPr>
          <a:xfrm>
            <a:off x="9249055" y="4692623"/>
            <a:ext cx="2613184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189" marR="0" lvl="0" indent="-22859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1pPr>
            <a:lvl2pPr marL="914377" marR="0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2pPr>
            <a:lvl3pPr marL="1371566" marR="0" lvl="2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3pPr>
            <a:lvl4pPr marL="1828754" marR="0" lvl="3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4pPr>
            <a:lvl5pPr marL="2285943" marR="0" lvl="4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5pPr>
            <a:lvl6pPr marL="2743131" marR="0" lvl="5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6pPr>
            <a:lvl7pPr marL="3200320" marR="0" lvl="6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7pPr>
            <a:lvl8pPr marL="3657509" marR="0" lvl="7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8pPr>
            <a:lvl9pPr marL="4114697" marR="0" lvl="8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9pPr>
          </a:lstStyle>
          <a:p>
            <a:pPr marL="285664" indent="-285664">
              <a:buFont typeface="Arial" panose="020B0604020202020204" pitchFamily="34" charset="0"/>
              <a:buChar char="•"/>
            </a:pPr>
            <a:r>
              <a:rPr lang="en-US" sz="1600" kern="0"/>
              <a:t>Skills, Tools, Hooks, MCP</a:t>
            </a:r>
          </a:p>
        </p:txBody>
      </p:sp>
      <p:sp>
        <p:nvSpPr>
          <p:cNvPr id="32" name="Google Shape;743;p91">
            <a:extLst>
              <a:ext uri="{FF2B5EF4-FFF2-40B4-BE49-F238E27FC236}">
                <a16:creationId xmlns:a16="http://schemas.microsoft.com/office/drawing/2014/main" id="{E4C995B0-6B37-9E22-203D-D81398D79131}"/>
              </a:ext>
            </a:extLst>
          </p:cNvPr>
          <p:cNvSpPr txBox="1">
            <a:spLocks/>
          </p:cNvSpPr>
          <p:nvPr/>
        </p:nvSpPr>
        <p:spPr>
          <a:xfrm>
            <a:off x="9249055" y="4083785"/>
            <a:ext cx="2613184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189" marR="0" lvl="0" indent="-22859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1pPr>
            <a:lvl2pPr marL="914377" marR="0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2pPr>
            <a:lvl3pPr marL="1371566" marR="0" lvl="2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3pPr>
            <a:lvl4pPr marL="1828754" marR="0" lvl="3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4pPr>
            <a:lvl5pPr marL="2285943" marR="0" lvl="4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5pPr>
            <a:lvl6pPr marL="2743131" marR="0" lvl="5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6pPr>
            <a:lvl7pPr marL="3200320" marR="0" lvl="6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7pPr>
            <a:lvl8pPr marL="3657509" marR="0" lvl="7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8pPr>
            <a:lvl9pPr marL="4114697" marR="0" lvl="8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9pPr>
          </a:lstStyle>
          <a:p>
            <a:pPr marL="285664" indent="-285664">
              <a:buFont typeface="Arial" panose="020B0604020202020204" pitchFamily="34" charset="0"/>
              <a:buChar char="•"/>
            </a:pPr>
            <a:r>
              <a:rPr lang="en-US" sz="1600" kern="0"/>
              <a:t>BYOK / własni dostawcy</a:t>
            </a:r>
          </a:p>
        </p:txBody>
      </p:sp>
      <p:sp>
        <p:nvSpPr>
          <p:cNvPr id="34" name="Google Shape;727;p90">
            <a:extLst>
              <a:ext uri="{FF2B5EF4-FFF2-40B4-BE49-F238E27FC236}">
                <a16:creationId xmlns:a16="http://schemas.microsoft.com/office/drawing/2014/main" id="{89D07A2B-877A-8234-6CCD-CF6C23C7BFF5}"/>
              </a:ext>
            </a:extLst>
          </p:cNvPr>
          <p:cNvSpPr txBox="1">
            <a:spLocks/>
          </p:cNvSpPr>
          <p:nvPr/>
        </p:nvSpPr>
        <p:spPr>
          <a:xfrm>
            <a:off x="6305260" y="4897537"/>
            <a:ext cx="3238856" cy="457081"/>
          </a:xfrm>
          <a:prstGeom prst="rect">
            <a:avLst/>
          </a:prstGeom>
        </p:spPr>
        <p:txBody>
          <a:bodyPr spcFirstLastPara="1" wrap="square" lIns="91401" tIns="45688" rIns="91401" bIns="45688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664" indent="-285664">
              <a:buFont typeface="Arial" panose="020B0604020202020204" pitchFamily="34" charset="0"/>
              <a:buChar char="•"/>
            </a:pPr>
            <a:r>
              <a:rPr lang="en-US" sz="1600"/>
              <a:t>Tryby na </a:t>
            </a:r>
            <a:br>
              <a:rPr lang="en-US" sz="1600"/>
            </a:br>
            <a:r>
              <a:rPr lang="en-US" sz="1600"/>
              <a:t>różne sytuacje</a:t>
            </a:r>
            <a:br>
              <a:rPr lang="en-US" sz="1600"/>
            </a:br>
            <a:r>
              <a:rPr lang="en-US" sz="1600"/>
              <a:t>Plan/Autopilot/itd.</a:t>
            </a:r>
          </a:p>
        </p:txBody>
      </p:sp>
      <p:sp>
        <p:nvSpPr>
          <p:cNvPr id="36" name="Google Shape;743;p91">
            <a:extLst>
              <a:ext uri="{FF2B5EF4-FFF2-40B4-BE49-F238E27FC236}">
                <a16:creationId xmlns:a16="http://schemas.microsoft.com/office/drawing/2014/main" id="{D006C55B-FC90-3644-5A7F-08991344E3A8}"/>
              </a:ext>
            </a:extLst>
          </p:cNvPr>
          <p:cNvSpPr txBox="1">
            <a:spLocks/>
          </p:cNvSpPr>
          <p:nvPr/>
        </p:nvSpPr>
        <p:spPr>
          <a:xfrm>
            <a:off x="9249055" y="2965752"/>
            <a:ext cx="2613184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189" marR="0" lvl="0" indent="-22859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1pPr>
            <a:lvl2pPr marL="914377" marR="0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2pPr>
            <a:lvl3pPr marL="1371566" marR="0" lvl="2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3pPr>
            <a:lvl4pPr marL="1828754" marR="0" lvl="3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4pPr>
            <a:lvl5pPr marL="2285943" marR="0" lvl="4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5pPr>
            <a:lvl6pPr marL="2743131" marR="0" lvl="5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6pPr>
            <a:lvl7pPr marL="3200320" marR="0" lvl="6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7pPr>
            <a:lvl8pPr marL="3657509" marR="0" lvl="7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8pPr>
            <a:lvl9pPr marL="4114697" marR="0" lvl="8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9pPr>
          </a:lstStyle>
          <a:p>
            <a:pPr marL="285664" indent="-285664">
              <a:buFont typeface="Arial" panose="020B0604020202020204" pitchFamily="34" charset="0"/>
              <a:buChar char="•"/>
            </a:pPr>
            <a:r>
              <a:rPr lang="en-US" sz="1600" kern="0"/>
              <a:t>Automatyzacja </a:t>
            </a:r>
            <a:br>
              <a:rPr lang="en-US" sz="1600" kern="0"/>
            </a:br>
            <a:r>
              <a:rPr lang="en-US" sz="1600" kern="0"/>
              <a:t>bez interfejsu</a:t>
            </a:r>
          </a:p>
        </p:txBody>
      </p:sp>
      <p:sp>
        <p:nvSpPr>
          <p:cNvPr id="38" name="Google Shape;743;p91">
            <a:extLst>
              <a:ext uri="{FF2B5EF4-FFF2-40B4-BE49-F238E27FC236}">
                <a16:creationId xmlns:a16="http://schemas.microsoft.com/office/drawing/2014/main" id="{349F0E1E-CD59-13F2-CB66-57811D9193AB}"/>
              </a:ext>
            </a:extLst>
          </p:cNvPr>
          <p:cNvSpPr txBox="1">
            <a:spLocks/>
          </p:cNvSpPr>
          <p:nvPr/>
        </p:nvSpPr>
        <p:spPr>
          <a:xfrm>
            <a:off x="6297324" y="5268035"/>
            <a:ext cx="2613184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189" marR="0" lvl="0" indent="-22859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1pPr>
            <a:lvl2pPr marL="914377" marR="0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2pPr>
            <a:lvl3pPr marL="1371566" marR="0" lvl="2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3pPr>
            <a:lvl4pPr marL="1828754" marR="0" lvl="3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4pPr>
            <a:lvl5pPr marL="2285943" marR="0" lvl="4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5pPr>
            <a:lvl6pPr marL="2743131" marR="0" lvl="5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6pPr>
            <a:lvl7pPr marL="3200320" marR="0" lvl="6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7pPr>
            <a:lvl8pPr marL="3657509" marR="0" lvl="7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8pPr>
            <a:lvl9pPr marL="4114697" marR="0" lvl="8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9pPr>
          </a:lstStyle>
          <a:p>
            <a:pPr marL="285664" indent="-285664">
              <a:buFont typeface="Arial" panose="020B0604020202020204" pitchFamily="34" charset="0"/>
              <a:buChar char="•"/>
            </a:pPr>
            <a:r>
              <a:rPr lang="en-US" sz="1600" kern="0"/>
              <a:t>Sesje zdalne</a:t>
            </a:r>
          </a:p>
        </p:txBody>
      </p:sp>
      <p:sp>
        <p:nvSpPr>
          <p:cNvPr id="40" name="Google Shape;743;p91">
            <a:extLst>
              <a:ext uri="{FF2B5EF4-FFF2-40B4-BE49-F238E27FC236}">
                <a16:creationId xmlns:a16="http://schemas.microsoft.com/office/drawing/2014/main" id="{A3CAD63D-713D-D09C-DD2C-2F530F578050}"/>
              </a:ext>
            </a:extLst>
          </p:cNvPr>
          <p:cNvSpPr txBox="1">
            <a:spLocks/>
          </p:cNvSpPr>
          <p:nvPr/>
        </p:nvSpPr>
        <p:spPr>
          <a:xfrm>
            <a:off x="6297324" y="5649349"/>
            <a:ext cx="2613184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189" marR="0" lvl="0" indent="-22859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1pPr>
            <a:lvl2pPr marL="914377" marR="0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2pPr>
            <a:lvl3pPr marL="1371566" marR="0" lvl="2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3pPr>
            <a:lvl4pPr marL="1828754" marR="0" lvl="3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4pPr>
            <a:lvl5pPr marL="2285943" marR="0" lvl="4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5pPr>
            <a:lvl6pPr marL="2743131" marR="0" lvl="5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6pPr>
            <a:lvl7pPr marL="3200320" marR="0" lvl="6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7pPr>
            <a:lvl8pPr marL="3657509" marR="0" lvl="7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8pPr>
            <a:lvl9pPr marL="4114697" marR="0" lvl="8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9pPr>
          </a:lstStyle>
          <a:p>
            <a:pPr marL="285664" indent="-285664">
              <a:buFont typeface="Arial" panose="020B0604020202020204" pitchFamily="34" charset="0"/>
              <a:buChar char="•"/>
            </a:pPr>
            <a:r>
              <a:rPr lang="en-US" sz="1600" kern="0" err="1"/>
              <a:t>OpenTelemetry</a:t>
            </a:r>
            <a:endParaRPr lang="en-US" sz="1600" kern="0"/>
          </a:p>
        </p:txBody>
      </p:sp>
      <p:sp>
        <p:nvSpPr>
          <p:cNvPr id="42" name="Google Shape;743;p91">
            <a:extLst>
              <a:ext uri="{FF2B5EF4-FFF2-40B4-BE49-F238E27FC236}">
                <a16:creationId xmlns:a16="http://schemas.microsoft.com/office/drawing/2014/main" id="{FA60CDDA-6ADD-22B8-90E7-AA76F957C71B}"/>
              </a:ext>
            </a:extLst>
          </p:cNvPr>
          <p:cNvSpPr txBox="1">
            <a:spLocks/>
          </p:cNvSpPr>
          <p:nvPr/>
        </p:nvSpPr>
        <p:spPr>
          <a:xfrm>
            <a:off x="9300467" y="5080985"/>
            <a:ext cx="2613184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189" marR="0" lvl="0" indent="-22859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1pPr>
            <a:lvl2pPr marL="914377" marR="0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2pPr>
            <a:lvl3pPr marL="1371566" marR="0" lvl="2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3pPr>
            <a:lvl4pPr marL="1828754" marR="0" lvl="3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4pPr>
            <a:lvl5pPr marL="2285943" marR="0" lvl="4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5pPr>
            <a:lvl6pPr marL="2743131" marR="0" lvl="5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6pPr>
            <a:lvl7pPr marL="3200320" marR="0" lvl="6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7pPr>
            <a:lvl8pPr marL="3657509" marR="0" lvl="7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8pPr>
            <a:lvl9pPr marL="4114697" marR="0" lvl="8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9pPr>
          </a:lstStyle>
          <a:p>
            <a:pPr marL="285664" indent="-285664">
              <a:buFont typeface="Arial" panose="020B0604020202020204" pitchFamily="34" charset="0"/>
              <a:buChar char="•"/>
            </a:pPr>
            <a:r>
              <a:rPr lang="en-US" sz="1600" kern="0"/>
              <a:t>Streaming</a:t>
            </a:r>
          </a:p>
        </p:txBody>
      </p:sp>
      <p:sp>
        <p:nvSpPr>
          <p:cNvPr id="44" name="Google Shape;743;p91">
            <a:extLst>
              <a:ext uri="{FF2B5EF4-FFF2-40B4-BE49-F238E27FC236}">
                <a16:creationId xmlns:a16="http://schemas.microsoft.com/office/drawing/2014/main" id="{9B6A8A2C-0BF5-C25E-7427-3466544D9BD2}"/>
              </a:ext>
            </a:extLst>
          </p:cNvPr>
          <p:cNvSpPr txBox="1">
            <a:spLocks/>
          </p:cNvSpPr>
          <p:nvPr/>
        </p:nvSpPr>
        <p:spPr>
          <a:xfrm>
            <a:off x="9300467" y="5458812"/>
            <a:ext cx="2613184" cy="45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189" marR="0" lvl="0" indent="-22859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1pPr>
            <a:lvl2pPr marL="914377" marR="0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2pPr>
            <a:lvl3pPr marL="1371566" marR="0" lvl="2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3pPr>
            <a:lvl4pPr marL="1828754" marR="0" lvl="3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4pPr>
            <a:lvl5pPr marL="2285943" marR="0" lvl="4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None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5pPr>
            <a:lvl6pPr marL="2743131" marR="0" lvl="5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6pPr>
            <a:lvl7pPr marL="3200320" marR="0" lvl="6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7pPr>
            <a:lvl8pPr marL="3657509" marR="0" lvl="7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8pPr>
            <a:lvl9pPr marL="4114697" marR="0" lvl="8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ptos"/>
              <a:buChar char="•"/>
              <a:defRPr sz="1800" b="0" i="0" u="none" strike="noStrike" cap="none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defRPr>
            </a:lvl9pPr>
          </a:lstStyle>
          <a:p>
            <a:pPr marL="285664" indent="-285664">
              <a:buFont typeface="Arial" panose="020B0604020202020204" pitchFamily="34" charset="0"/>
              <a:buChar char="•"/>
            </a:pPr>
            <a:r>
              <a:rPr lang="en-US" sz="1600" kern="0"/>
              <a:t>Uprawnienia</a:t>
            </a:r>
          </a:p>
        </p:txBody>
      </p:sp>
    </p:spTree>
    <p:extLst>
      <p:ext uri="{BB962C8B-B14F-4D97-AF65-F5344CB8AC3E}">
        <p14:creationId xmlns:p14="http://schemas.microsoft.com/office/powerpoint/2010/main" val="3621248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Placeholder 1">
            <a:extLst>
              <a:ext uri="{FF2B5EF4-FFF2-40B4-BE49-F238E27FC236}">
                <a16:creationId xmlns:a16="http://schemas.microsoft.com/office/drawing/2014/main" id="{CA7D8FC2-F287-15AA-F2B0-2DD968831C0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81540" y="1037310"/>
            <a:ext cx="3239551" cy="457200"/>
          </a:xfrm>
        </p:spPr>
        <p:txBody>
          <a:bodyPr/>
          <a:lstStyle/>
          <a:p>
            <a:r>
              <a:rPr lang="en-US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/agent</a:t>
            </a:r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12AB47DA-991F-E99F-699B-943738C3019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1541" y="1512259"/>
            <a:ext cx="3239550" cy="429998"/>
          </a:xfrm>
        </p:spPr>
        <p:txBody>
          <a:bodyPr/>
          <a:lstStyle/>
          <a:p>
            <a:r>
              <a:rPr lang="en-US"/>
              <a:t>Przełącz się na własnego agenta</a:t>
            </a:r>
          </a:p>
        </p:txBody>
      </p:sp>
      <p:sp>
        <p:nvSpPr>
          <p:cNvPr id="72" name="Text Placeholder 4">
            <a:extLst>
              <a:ext uri="{FF2B5EF4-FFF2-40B4-BE49-F238E27FC236}">
                <a16:creationId xmlns:a16="http://schemas.microsoft.com/office/drawing/2014/main" id="{6EC3A0E5-640F-1E40-B467-9764C74274C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476224" y="1037310"/>
            <a:ext cx="3239551" cy="457200"/>
          </a:xfrm>
        </p:spPr>
        <p:txBody>
          <a:bodyPr/>
          <a:lstStyle/>
          <a:p>
            <a:r>
              <a:rPr lang="en-US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/model</a:t>
            </a:r>
          </a:p>
        </p:txBody>
      </p:sp>
      <p:sp>
        <p:nvSpPr>
          <p:cNvPr id="73" name="Text Placeholder 5">
            <a:extLst>
              <a:ext uri="{FF2B5EF4-FFF2-40B4-BE49-F238E27FC236}">
                <a16:creationId xmlns:a16="http://schemas.microsoft.com/office/drawing/2014/main" id="{E835F326-6803-5A87-C3BE-F98773B83CC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476225" y="1512259"/>
            <a:ext cx="3239550" cy="586767"/>
          </a:xfrm>
        </p:spPr>
        <p:txBody>
          <a:bodyPr/>
          <a:lstStyle/>
          <a:p>
            <a:r>
              <a:rPr lang="en-US"/>
              <a:t>Zobacz dostępne modele i wybierz, z którego korzystasz</a:t>
            </a:r>
          </a:p>
        </p:txBody>
      </p:sp>
      <p:sp>
        <p:nvSpPr>
          <p:cNvPr id="74" name="Text Placeholder 7">
            <a:extLst>
              <a:ext uri="{FF2B5EF4-FFF2-40B4-BE49-F238E27FC236}">
                <a16:creationId xmlns:a16="http://schemas.microsoft.com/office/drawing/2014/main" id="{F51AD104-DC20-76A9-8A2B-2A4FA836F7F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81540" y="1944180"/>
            <a:ext cx="3239551" cy="457200"/>
          </a:xfrm>
        </p:spPr>
        <p:txBody>
          <a:bodyPr/>
          <a:lstStyle/>
          <a:p>
            <a:r>
              <a:rPr lang="en-US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/plan</a:t>
            </a:r>
          </a:p>
        </p:txBody>
      </p:sp>
      <p:sp>
        <p:nvSpPr>
          <p:cNvPr id="75" name="Text Placeholder 8">
            <a:extLst>
              <a:ext uri="{FF2B5EF4-FFF2-40B4-BE49-F238E27FC236}">
                <a16:creationId xmlns:a16="http://schemas.microsoft.com/office/drawing/2014/main" id="{A17E3517-A72C-4280-7193-B2EAF2A7194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81541" y="2419129"/>
            <a:ext cx="3239550" cy="616563"/>
          </a:xfrm>
        </p:spPr>
        <p:txBody>
          <a:bodyPr/>
          <a:lstStyle/>
          <a:p>
            <a:r>
              <a:rPr lang="en-US"/>
              <a:t>Zaplanuj implementację, zanim napiszesz choć linijkę kodu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6252EE3F-90A7-845A-7B55-AD8B27883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706" y="336199"/>
            <a:ext cx="6162476" cy="836582"/>
          </a:xfrm>
        </p:spPr>
        <p:txBody>
          <a:bodyPr/>
          <a:lstStyle/>
          <a:p>
            <a:r>
              <a:rPr lang="en-US"/>
              <a:t>Komendy slash</a:t>
            </a:r>
          </a:p>
        </p:txBody>
      </p:sp>
      <p:sp>
        <p:nvSpPr>
          <p:cNvPr id="52" name="Text Placeholder 1">
            <a:extLst>
              <a:ext uri="{FF2B5EF4-FFF2-40B4-BE49-F238E27FC236}">
                <a16:creationId xmlns:a16="http://schemas.microsoft.com/office/drawing/2014/main" id="{79D3C412-5D8A-1142-53E5-2293B24800D9}"/>
              </a:ext>
            </a:extLst>
          </p:cNvPr>
          <p:cNvSpPr txBox="1">
            <a:spLocks/>
          </p:cNvSpPr>
          <p:nvPr/>
        </p:nvSpPr>
        <p:spPr>
          <a:xfrm>
            <a:off x="4476224" y="2099026"/>
            <a:ext cx="3239551" cy="457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/</a:t>
            </a:r>
            <a:r>
              <a:rPr lang="en-US" err="1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mcp</a:t>
            </a:r>
            <a:endParaRPr lang="en-US">
              <a:latin typeface="Consolas" panose="02000009000000000000" pitchFamily="49" charset="0"/>
              <a:ea typeface="Consolas" panose="02000009000000000000" pitchFamily="49" charset="0"/>
              <a:cs typeface="Consolas" panose="02000009000000000000" pitchFamily="49" charset="0"/>
            </a:endParaRP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85729402-4EBE-4CB5-B32B-3BFADD2843FA}"/>
              </a:ext>
            </a:extLst>
          </p:cNvPr>
          <p:cNvSpPr txBox="1">
            <a:spLocks/>
          </p:cNvSpPr>
          <p:nvPr/>
        </p:nvSpPr>
        <p:spPr>
          <a:xfrm>
            <a:off x="4476225" y="2573975"/>
            <a:ext cx="323955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2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Zarządzaj swoimi serwerami MCP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F7A0C01A-3602-0D39-09EA-46E29CFF28C5}"/>
              </a:ext>
            </a:extLst>
          </p:cNvPr>
          <p:cNvSpPr txBox="1">
            <a:spLocks/>
          </p:cNvSpPr>
          <p:nvPr/>
        </p:nvSpPr>
        <p:spPr>
          <a:xfrm>
            <a:off x="8170907" y="1077325"/>
            <a:ext cx="3239551" cy="457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/</a:t>
            </a:r>
            <a:r>
              <a:rPr lang="en-US" err="1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cwd</a:t>
            </a:r>
            <a:r>
              <a:rPr lang="en-US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 or /cd</a:t>
            </a:r>
          </a:p>
        </p:txBody>
      </p:sp>
      <p:sp>
        <p:nvSpPr>
          <p:cNvPr id="55" name="Text Placeholder 8">
            <a:extLst>
              <a:ext uri="{FF2B5EF4-FFF2-40B4-BE49-F238E27FC236}">
                <a16:creationId xmlns:a16="http://schemas.microsoft.com/office/drawing/2014/main" id="{7B67A19C-4443-A8E5-D3B4-EBA3F6061EF8}"/>
              </a:ext>
            </a:extLst>
          </p:cNvPr>
          <p:cNvSpPr txBox="1">
            <a:spLocks/>
          </p:cNvSpPr>
          <p:nvPr/>
        </p:nvSpPr>
        <p:spPr>
          <a:xfrm>
            <a:off x="8170908" y="1552274"/>
            <a:ext cx="323955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2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Zmień katalog roboczy w trakcie sesji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668166E2-3165-E9BE-C800-908797974695}"/>
              </a:ext>
            </a:extLst>
          </p:cNvPr>
          <p:cNvSpPr txBox="1">
            <a:spLocks/>
          </p:cNvSpPr>
          <p:nvPr/>
        </p:nvSpPr>
        <p:spPr>
          <a:xfrm>
            <a:off x="8170907" y="2121292"/>
            <a:ext cx="3239551" cy="457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/fork</a:t>
            </a:r>
          </a:p>
        </p:txBody>
      </p:sp>
      <p:sp>
        <p:nvSpPr>
          <p:cNvPr id="57" name="Text Placeholder 11">
            <a:extLst>
              <a:ext uri="{FF2B5EF4-FFF2-40B4-BE49-F238E27FC236}">
                <a16:creationId xmlns:a16="http://schemas.microsoft.com/office/drawing/2014/main" id="{7904D236-A598-92DA-FFBD-0606B7EA4AE6}"/>
              </a:ext>
            </a:extLst>
          </p:cNvPr>
          <p:cNvSpPr txBox="1">
            <a:spLocks/>
          </p:cNvSpPr>
          <p:nvPr/>
        </p:nvSpPr>
        <p:spPr>
          <a:xfrm>
            <a:off x="8170908" y="2596241"/>
            <a:ext cx="323955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2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Rozwidl bieżącą sesję na nową</a:t>
            </a:r>
          </a:p>
        </p:txBody>
      </p:sp>
      <p:sp>
        <p:nvSpPr>
          <p:cNvPr id="58" name="Text Placeholder 4">
            <a:extLst>
              <a:ext uri="{FF2B5EF4-FFF2-40B4-BE49-F238E27FC236}">
                <a16:creationId xmlns:a16="http://schemas.microsoft.com/office/drawing/2014/main" id="{F1F7B78A-CDBC-A3A6-2E94-EE233A02FE4C}"/>
              </a:ext>
            </a:extLst>
          </p:cNvPr>
          <p:cNvSpPr txBox="1">
            <a:spLocks/>
          </p:cNvSpPr>
          <p:nvPr/>
        </p:nvSpPr>
        <p:spPr>
          <a:xfrm>
            <a:off x="4476224" y="3005837"/>
            <a:ext cx="3239551" cy="457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/yolo</a:t>
            </a:r>
          </a:p>
        </p:txBody>
      </p:sp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80ED138D-2FCC-7AFF-B7F6-54A6AE403F1A}"/>
              </a:ext>
            </a:extLst>
          </p:cNvPr>
          <p:cNvSpPr txBox="1">
            <a:spLocks/>
          </p:cNvSpPr>
          <p:nvPr/>
        </p:nvSpPr>
        <p:spPr>
          <a:xfrm>
            <a:off x="4476225" y="3480786"/>
            <a:ext cx="323955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2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Włącz wszystkie uprawnienia</a:t>
            </a:r>
          </a:p>
        </p:txBody>
      </p:sp>
      <p:sp>
        <p:nvSpPr>
          <p:cNvPr id="60" name="Text Placeholder 10">
            <a:extLst>
              <a:ext uri="{FF2B5EF4-FFF2-40B4-BE49-F238E27FC236}">
                <a16:creationId xmlns:a16="http://schemas.microsoft.com/office/drawing/2014/main" id="{6687B382-2D81-8ECD-4FE6-3FA0EE7574D3}"/>
              </a:ext>
            </a:extLst>
          </p:cNvPr>
          <p:cNvSpPr txBox="1">
            <a:spLocks/>
          </p:cNvSpPr>
          <p:nvPr/>
        </p:nvSpPr>
        <p:spPr>
          <a:xfrm>
            <a:off x="8170907" y="3005837"/>
            <a:ext cx="3239551" cy="457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/context</a:t>
            </a:r>
          </a:p>
        </p:txBody>
      </p:sp>
      <p:sp>
        <p:nvSpPr>
          <p:cNvPr id="61" name="Text Placeholder 11">
            <a:extLst>
              <a:ext uri="{FF2B5EF4-FFF2-40B4-BE49-F238E27FC236}">
                <a16:creationId xmlns:a16="http://schemas.microsoft.com/office/drawing/2014/main" id="{61984726-8A30-584D-037A-26E4E9D1C58C}"/>
              </a:ext>
            </a:extLst>
          </p:cNvPr>
          <p:cNvSpPr txBox="1">
            <a:spLocks/>
          </p:cNvSpPr>
          <p:nvPr/>
        </p:nvSpPr>
        <p:spPr>
          <a:xfrm>
            <a:off x="8170908" y="3480786"/>
            <a:ext cx="3727256" cy="914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2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Informacje o zużyciu tokenów i oknie kontekstu</a:t>
            </a:r>
          </a:p>
        </p:txBody>
      </p: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F0A99626-B97C-2E5D-D074-066565EC7C87}"/>
              </a:ext>
            </a:extLst>
          </p:cNvPr>
          <p:cNvSpPr txBox="1">
            <a:spLocks/>
          </p:cNvSpPr>
          <p:nvPr/>
        </p:nvSpPr>
        <p:spPr>
          <a:xfrm>
            <a:off x="4476224" y="3877149"/>
            <a:ext cx="3239551" cy="457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/diff</a:t>
            </a:r>
          </a:p>
        </p:txBody>
      </p:sp>
      <p:sp>
        <p:nvSpPr>
          <p:cNvPr id="63" name="Text Placeholder 5">
            <a:extLst>
              <a:ext uri="{FF2B5EF4-FFF2-40B4-BE49-F238E27FC236}">
                <a16:creationId xmlns:a16="http://schemas.microsoft.com/office/drawing/2014/main" id="{20E5248F-6BF1-6A5B-FE3D-7B4F5D4769B3}"/>
              </a:ext>
            </a:extLst>
          </p:cNvPr>
          <p:cNvSpPr txBox="1">
            <a:spLocks/>
          </p:cNvSpPr>
          <p:nvPr/>
        </p:nvSpPr>
        <p:spPr>
          <a:xfrm>
            <a:off x="4476225" y="4352098"/>
            <a:ext cx="369468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2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Przejrzyj zmiany wprowadzone w katalogu</a:t>
            </a:r>
          </a:p>
        </p:txBody>
      </p:sp>
      <p:sp>
        <p:nvSpPr>
          <p:cNvPr id="64" name="Text Placeholder 10">
            <a:extLst>
              <a:ext uri="{FF2B5EF4-FFF2-40B4-BE49-F238E27FC236}">
                <a16:creationId xmlns:a16="http://schemas.microsoft.com/office/drawing/2014/main" id="{6437FACA-22B8-2502-A3E0-8E6A602CAA4A}"/>
              </a:ext>
            </a:extLst>
          </p:cNvPr>
          <p:cNvSpPr txBox="1">
            <a:spLocks/>
          </p:cNvSpPr>
          <p:nvPr/>
        </p:nvSpPr>
        <p:spPr>
          <a:xfrm>
            <a:off x="8170907" y="3877149"/>
            <a:ext cx="3239551" cy="457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/review</a:t>
            </a:r>
          </a:p>
        </p:txBody>
      </p:sp>
      <p:sp>
        <p:nvSpPr>
          <p:cNvPr id="65" name="Text Placeholder 11">
            <a:extLst>
              <a:ext uri="{FF2B5EF4-FFF2-40B4-BE49-F238E27FC236}">
                <a16:creationId xmlns:a16="http://schemas.microsoft.com/office/drawing/2014/main" id="{F3DF8AFC-30F3-BC27-8078-C75EDC678454}"/>
              </a:ext>
            </a:extLst>
          </p:cNvPr>
          <p:cNvSpPr txBox="1">
            <a:spLocks/>
          </p:cNvSpPr>
          <p:nvPr/>
        </p:nvSpPr>
        <p:spPr>
          <a:xfrm>
            <a:off x="8170907" y="4352098"/>
            <a:ext cx="3727257" cy="914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2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Uruchom code review, żeby przeanalizować zmiany</a:t>
            </a:r>
          </a:p>
        </p:txBody>
      </p:sp>
      <p:sp>
        <p:nvSpPr>
          <p:cNvPr id="66" name="Text Placeholder 4">
            <a:extLst>
              <a:ext uri="{FF2B5EF4-FFF2-40B4-BE49-F238E27FC236}">
                <a16:creationId xmlns:a16="http://schemas.microsoft.com/office/drawing/2014/main" id="{5BDF7A2F-D9D6-F71C-ACD3-9BD7930FC054}"/>
              </a:ext>
            </a:extLst>
          </p:cNvPr>
          <p:cNvSpPr txBox="1">
            <a:spLocks/>
          </p:cNvSpPr>
          <p:nvPr/>
        </p:nvSpPr>
        <p:spPr>
          <a:xfrm>
            <a:off x="4476224" y="4782096"/>
            <a:ext cx="3239551" cy="457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/skills</a:t>
            </a:r>
          </a:p>
        </p:txBody>
      </p:sp>
      <p:sp>
        <p:nvSpPr>
          <p:cNvPr id="67" name="Text Placeholder 5">
            <a:extLst>
              <a:ext uri="{FF2B5EF4-FFF2-40B4-BE49-F238E27FC236}">
                <a16:creationId xmlns:a16="http://schemas.microsoft.com/office/drawing/2014/main" id="{79457E86-F68F-6837-248E-97CAD73DF174}"/>
              </a:ext>
            </a:extLst>
          </p:cNvPr>
          <p:cNvSpPr txBox="1">
            <a:spLocks/>
          </p:cNvSpPr>
          <p:nvPr/>
        </p:nvSpPr>
        <p:spPr>
          <a:xfrm>
            <a:off x="4476225" y="5257045"/>
            <a:ext cx="323955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2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Zarządzaj skillami i je wywołuj</a:t>
            </a:r>
          </a:p>
        </p:txBody>
      </p:sp>
      <p:sp>
        <p:nvSpPr>
          <p:cNvPr id="68" name="Text Placeholder 10">
            <a:extLst>
              <a:ext uri="{FF2B5EF4-FFF2-40B4-BE49-F238E27FC236}">
                <a16:creationId xmlns:a16="http://schemas.microsoft.com/office/drawing/2014/main" id="{362EC9A5-58E5-4855-BA8B-D137E0126195}"/>
              </a:ext>
            </a:extLst>
          </p:cNvPr>
          <p:cNvSpPr txBox="1">
            <a:spLocks/>
          </p:cNvSpPr>
          <p:nvPr/>
        </p:nvSpPr>
        <p:spPr>
          <a:xfrm>
            <a:off x="8170907" y="4782096"/>
            <a:ext cx="3239551" cy="457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/sandbox</a:t>
            </a:r>
          </a:p>
        </p:txBody>
      </p:sp>
      <p:sp>
        <p:nvSpPr>
          <p:cNvPr id="69" name="Text Placeholder 11">
            <a:extLst>
              <a:ext uri="{FF2B5EF4-FFF2-40B4-BE49-F238E27FC236}">
                <a16:creationId xmlns:a16="http://schemas.microsoft.com/office/drawing/2014/main" id="{F3E0EA7E-5E6F-3717-6117-2B7613E412EF}"/>
              </a:ext>
            </a:extLst>
          </p:cNvPr>
          <p:cNvSpPr txBox="1">
            <a:spLocks/>
          </p:cNvSpPr>
          <p:nvPr/>
        </p:nvSpPr>
        <p:spPr>
          <a:xfrm>
            <a:off x="8170908" y="5257045"/>
            <a:ext cx="323955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2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Skonfiguruj ustawienia piaskownicy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FE2BE23-FE81-7F79-E3F5-28D250292B2B}"/>
              </a:ext>
            </a:extLst>
          </p:cNvPr>
          <p:cNvSpPr txBox="1">
            <a:spLocks/>
          </p:cNvSpPr>
          <p:nvPr/>
        </p:nvSpPr>
        <p:spPr>
          <a:xfrm>
            <a:off x="781540" y="3035692"/>
            <a:ext cx="3239551" cy="457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/every &amp; /after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7838D4F-5316-C88E-3D10-0A42E8D6C499}"/>
              </a:ext>
            </a:extLst>
          </p:cNvPr>
          <p:cNvSpPr txBox="1">
            <a:spLocks/>
          </p:cNvSpPr>
          <p:nvPr/>
        </p:nvSpPr>
        <p:spPr>
          <a:xfrm>
            <a:off x="781541" y="3510641"/>
            <a:ext cx="323955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2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Zaplanuj prompt albo skill w bieżącej sesji CLI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B12A9A06-E90A-1270-AE97-010C0F801931}"/>
              </a:ext>
            </a:extLst>
          </p:cNvPr>
          <p:cNvSpPr txBox="1">
            <a:spLocks/>
          </p:cNvSpPr>
          <p:nvPr/>
        </p:nvSpPr>
        <p:spPr>
          <a:xfrm>
            <a:off x="781538" y="4129183"/>
            <a:ext cx="3239551" cy="457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/rubber-duck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0BCCEDCF-3D14-0167-C1F6-C6EA55C94061}"/>
              </a:ext>
            </a:extLst>
          </p:cNvPr>
          <p:cNvSpPr txBox="1">
            <a:spLocks/>
          </p:cNvSpPr>
          <p:nvPr/>
        </p:nvSpPr>
        <p:spPr>
          <a:xfrm>
            <a:off x="781539" y="4604132"/>
            <a:ext cx="323955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2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Uzyskaj drugą opinię od innego agenta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4AA2538-1382-6EFF-E512-29E5994ED333}"/>
              </a:ext>
            </a:extLst>
          </p:cNvPr>
          <p:cNvSpPr txBox="1">
            <a:spLocks/>
          </p:cNvSpPr>
          <p:nvPr/>
        </p:nvSpPr>
        <p:spPr>
          <a:xfrm>
            <a:off x="781538" y="5143728"/>
            <a:ext cx="3239551" cy="457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/remote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C443315-5D2E-A742-3537-8483FB8D2360}"/>
              </a:ext>
            </a:extLst>
          </p:cNvPr>
          <p:cNvSpPr txBox="1">
            <a:spLocks/>
          </p:cNvSpPr>
          <p:nvPr/>
        </p:nvSpPr>
        <p:spPr>
          <a:xfrm>
            <a:off x="781539" y="5618677"/>
            <a:ext cx="323955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2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Zacznij w terminalu, a potem obserwuj, steruj i merguj z GitHub.com albo z telefonu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42893A5-0A2E-6386-A474-DF4A38D11D5D}"/>
              </a:ext>
            </a:extLst>
          </p:cNvPr>
          <p:cNvSpPr txBox="1">
            <a:spLocks/>
          </p:cNvSpPr>
          <p:nvPr/>
        </p:nvSpPr>
        <p:spPr>
          <a:xfrm>
            <a:off x="4476224" y="5714245"/>
            <a:ext cx="3239551" cy="457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/delegate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D9FFC34F-B32E-1BEE-F16A-622DA02265C8}"/>
              </a:ext>
            </a:extLst>
          </p:cNvPr>
          <p:cNvSpPr txBox="1">
            <a:spLocks/>
          </p:cNvSpPr>
          <p:nvPr/>
        </p:nvSpPr>
        <p:spPr>
          <a:xfrm>
            <a:off x="4476225" y="6189194"/>
            <a:ext cx="323955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2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Przekaż zadanie agentowi Copilota w chmurze GitHuba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C726828-68A8-ABD6-A158-317ED2004C42}"/>
              </a:ext>
            </a:extLst>
          </p:cNvPr>
          <p:cNvSpPr txBox="1">
            <a:spLocks/>
          </p:cNvSpPr>
          <p:nvPr/>
        </p:nvSpPr>
        <p:spPr>
          <a:xfrm>
            <a:off x="8194608" y="5650755"/>
            <a:ext cx="3239551" cy="457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/fleet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F2DCFDB7-461F-E745-B1E2-275768050053}"/>
              </a:ext>
            </a:extLst>
          </p:cNvPr>
          <p:cNvSpPr txBox="1">
            <a:spLocks/>
          </p:cNvSpPr>
          <p:nvPr/>
        </p:nvSpPr>
        <p:spPr>
          <a:xfrm>
            <a:off x="8194609" y="6125704"/>
            <a:ext cx="323955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2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Koordynuj subagentów</a:t>
            </a:r>
          </a:p>
        </p:txBody>
      </p:sp>
    </p:spTree>
    <p:extLst>
      <p:ext uri="{BB962C8B-B14F-4D97-AF65-F5344CB8AC3E}">
        <p14:creationId xmlns:p14="http://schemas.microsoft.com/office/powerpoint/2010/main" val="598140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AF964-2CA1-AA2A-F700-BD54376F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643933-BE34-106C-F928-187125EF029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zarysuj pracę, porównaj podejścia przez /model, a potem uruchom tryb autopilot, żeby wdrożyć bez zatwierdzania każdego kroku.</a:t>
            </a:r>
          </a:p>
          <a:p>
            <a:br>
              <a:rPr lang="en-US"/>
            </a:b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87644-5204-BC0F-46C8-F11F552EE0E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/>
              <a:t>/plan z zespołem agentów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7CB183-196B-A4AB-F363-CF668A2DC7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" t="2937" r="134" b="2574"/>
          <a:stretch>
            <a:fillRect/>
          </a:stretch>
        </p:blipFill>
        <p:spPr>
          <a:xfrm>
            <a:off x="1998133" y="1717309"/>
            <a:ext cx="8195733" cy="4742475"/>
          </a:xfrm>
          <a:prstGeom prst="roundRect">
            <a:avLst>
              <a:gd name="adj" fmla="val 3824"/>
            </a:avLst>
          </a:prstGeom>
          <a:ln>
            <a:solidFill>
              <a:srgbClr val="8A11AF"/>
            </a:solidFill>
          </a:ln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C7739F48-FA26-D9E3-07FF-2A9B9EF059CE}"/>
              </a:ext>
            </a:extLst>
          </p:cNvPr>
          <p:cNvSpPr/>
          <p:nvPr/>
        </p:nvSpPr>
        <p:spPr>
          <a:xfrm>
            <a:off x="1043796" y="5963065"/>
            <a:ext cx="1112808" cy="3536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8928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4E3D6-22C7-7B41-2ADC-40F879464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A3EDA5-C53D-3E8A-11B5-72F8AED46F0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zdefiniuj własne instrukcje i dostęp do narzędzi, żeby zachowanie było spójne między modelami, sesjami i zadaniami delegowanymi.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0BB59E-86E9-CA43-C08B-E0C8A3B29A5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/>
              <a:t>Kształtuj zachowanie przez /agent i /skills</a:t>
            </a:r>
          </a:p>
          <a:p>
            <a:endParaRPr lang="en-US">
              <a:latin typeface="Mona Sans Display"/>
              <a:cs typeface="Mona Sans Display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C90B26-D6DD-CC5A-2F4A-099804A628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43677" y="1537471"/>
            <a:ext cx="8104645" cy="4922313"/>
          </a:xfrm>
          <a:prstGeom prst="roundRect">
            <a:avLst>
              <a:gd name="adj" fmla="val 3824"/>
            </a:avLst>
          </a:prstGeom>
          <a:ln>
            <a:solidFill>
              <a:srgbClr val="8A11AF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77592E4-1801-7145-4AB1-A3636D8EE20A}"/>
              </a:ext>
            </a:extLst>
          </p:cNvPr>
          <p:cNvSpPr/>
          <p:nvPr/>
        </p:nvSpPr>
        <p:spPr>
          <a:xfrm>
            <a:off x="2147194" y="3588590"/>
            <a:ext cx="5573448" cy="173194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01144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0A3F75-5025-A204-F553-8732DBAD3DF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przejdź z backlogu do implementacji bez polowania na kontekst.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B175B-8D5C-2C6F-CF33-7D819F83890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 vert="horz" lIns="0" tIns="0" rIns="0" bIns="0" rtlCol="0" anchor="t">
            <a:normAutofit fontScale="92500" lnSpcReduction="10000"/>
          </a:bodyPr>
          <a:lstStyle/>
          <a:p>
            <a:r>
              <a:rPr lang="en-US"/>
              <a:t>Pracuj na swoich zgłoszeniach, PR-ach i nie tylko</a:t>
            </a:r>
            <a:endParaRPr lang="en-US">
              <a:latin typeface="Mona Sans Display"/>
              <a:cs typeface="Mona Sans Display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82ADD3-4A57-4BD7-7311-FFD53DACB1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65" y="1713933"/>
            <a:ext cx="6870097" cy="4172517"/>
          </a:xfrm>
          <a:prstGeom prst="roundRect">
            <a:avLst>
              <a:gd name="adj" fmla="val 3824"/>
            </a:avLst>
          </a:prstGeom>
          <a:ln>
            <a:solidFill>
              <a:srgbClr val="8A11AF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4D2D58-A83E-BB47-9528-D72D0A8E88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41" t="5211" r="62450" b="45968"/>
          <a:stretch>
            <a:fillRect/>
          </a:stretch>
        </p:blipFill>
        <p:spPr>
          <a:xfrm>
            <a:off x="7272539" y="1713933"/>
            <a:ext cx="4309861" cy="4172517"/>
          </a:xfrm>
          <a:prstGeom prst="roundRect">
            <a:avLst>
              <a:gd name="adj" fmla="val 3652"/>
            </a:avLst>
          </a:prstGeom>
          <a:ln>
            <a:solidFill>
              <a:srgbClr val="8A11AF"/>
            </a:solidFill>
          </a:ln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616E2DA7-372C-FAB0-4169-E89E7A304E3D}"/>
              </a:ext>
            </a:extLst>
          </p:cNvPr>
          <p:cNvSpPr/>
          <p:nvPr/>
        </p:nvSpPr>
        <p:spPr>
          <a:xfrm rot="7658565">
            <a:off x="8781717" y="1662383"/>
            <a:ext cx="771885" cy="4034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49320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2624D-7E4D-308D-20FC-E9921F12D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1FEC56-4B6A-257A-C979-8650B0E8F67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Utwórz gałąź, wprowadź zmianę i otwórz pull requesta jedną komendą.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22730-E229-3CDB-280D-9497EE4BC1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/>
              <a:t>/delegate pracy do chmury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C8979C-0DF9-49F2-E815-D85FF62E3D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43677" y="1537471"/>
            <a:ext cx="8104645" cy="4922313"/>
          </a:xfrm>
          <a:prstGeom prst="roundRect">
            <a:avLst>
              <a:gd name="adj" fmla="val 3824"/>
            </a:avLst>
          </a:prstGeom>
          <a:ln>
            <a:solidFill>
              <a:srgbClr val="8A11AF"/>
            </a:solidFill>
          </a:ln>
        </p:spPr>
      </p:pic>
    </p:spTree>
    <p:extLst>
      <p:ext uri="{BB962C8B-B14F-4D97-AF65-F5344CB8AC3E}">
        <p14:creationId xmlns:p14="http://schemas.microsoft.com/office/powerpoint/2010/main" val="3835879753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3C1EC4-C857-78EF-2DBC-9879469D1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634B44-99FB-96B4-0934-E01EF7AA159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Zacznij w terminalu, a potem obserwuj, steruj i merguj z GitHub.com albo z telefonu.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00ADC-014C-6CCC-7E2D-A64FD86B96B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/>
              <a:t>/remote na dowolne urządzenie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23B4CA-BC41-C742-F003-37E10729E1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7554" y="1695515"/>
            <a:ext cx="8936891" cy="5427773"/>
          </a:xfrm>
          <a:prstGeom prst="roundRect">
            <a:avLst>
              <a:gd name="adj" fmla="val 3824"/>
            </a:avLst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999013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68D453-3B32-242E-2CE9-D1DC7AAA49B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GitHub Copilot CLI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504F11-9D95-C38C-C83F-D8CED18D059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/context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49C76D-A31B-529A-09C0-FF6274A0F2B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/>
              <a:t>Zobacz, co siedzi w Twoim oknie kontekstu.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E67F5E-149E-D11B-053F-4EB039082E6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/compact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32CCEA2-41C9-BB72-34A6-70A2B27EB8A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/>
              <a:t>Podsumowuje bieżący kontekst i kompaktuje go do mniejszego rozmiaru.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1139FB8-8BE4-9696-E89E-9E0437F65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Kontekst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F763C8E-2B27-63E6-3552-DA9E2C9DF50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7D43EEB-C66F-5B37-1F91-BA47700B16DA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B86CB6-476C-2DF5-9931-B8A6C161104B}"/>
              </a:ext>
            </a:extLst>
          </p:cNvPr>
          <p:cNvSpPr txBox="1"/>
          <p:nvPr/>
        </p:nvSpPr>
        <p:spPr>
          <a:xfrm>
            <a:off x="283070" y="3709526"/>
            <a:ext cx="39552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Infinite Sessions (dostępne tylko w CLI) sprawiają, że najprawdopodobniej nigdy nie będziesz musiał się tym przejmować — ale jeśli chcesz zarządzać kontekstem bardziej wprost, możesz:</a:t>
            </a:r>
          </a:p>
        </p:txBody>
      </p:sp>
      <p:pic>
        <p:nvPicPr>
          <p:cNvPr id="12" name="Picture 11" descr="The image displays a PowerShell session in a terminal, showing various statistics and options such as sessions, issues, pull requests, gists, and a context usage display.&#10;&#10;AI-generated content may be incorrect.">
            <a:extLst>
              <a:ext uri="{FF2B5EF4-FFF2-40B4-BE49-F238E27FC236}">
                <a16:creationId xmlns:a16="http://schemas.microsoft.com/office/drawing/2014/main" id="{0C78D52F-BC7E-AEB8-A866-732BF7FA81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473" y="10586"/>
            <a:ext cx="6585404" cy="370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59981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FAD30-11E0-5EF0-C03F-FF58C5923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25C4C0-240B-26DD-080D-4C09DFCEB66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GitHub Copilot CLI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FC21C-B529-2249-1D0F-73ABA9D9EC6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/model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AAF6F1-2EDC-1391-B693-C45AC082938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/>
              <a:t>Przeszukaj listę i wybierz model, z którego chcesz korzystać.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B2253E-6A2F-68AC-2262-36124033A5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/rubber-duck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3C5223-3EA8-6B6B-53D9-94EC9FC6E0F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/>
              <a:t>Uruchom code review z wykorzystaniem innego modelu AI.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BA7B63-B697-1074-39A1-AD137B0A3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Modele!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2070DC0-A4B3-091A-3C13-B6645731ABC5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0485033-BDAB-0283-4D5C-60606501422A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E65DB9-F588-46D4-F053-4A5017241570}"/>
              </a:ext>
            </a:extLst>
          </p:cNvPr>
          <p:cNvSpPr txBox="1"/>
          <p:nvPr/>
        </p:nvSpPr>
        <p:spPr>
          <a:xfrm>
            <a:off x="283070" y="3709526"/>
            <a:ext cx="39552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Modele od wielu dostawców: Microsoft, Anthropic, OpenAI, Google, Moonshot AI. A dzięki Bring Your Own Key możesz podłączyć własny!</a:t>
            </a:r>
          </a:p>
        </p:txBody>
      </p:sp>
      <p:pic>
        <p:nvPicPr>
          <p:cNvPr id="12" name="Picture 11" descr="The image displays a PowerShell session with a list of various projects and issues, including GitHub repositories, followed by a sidebar interface with commands and options.&#10;&#10;AI-generated content may be incorrect.">
            <a:extLst>
              <a:ext uri="{FF2B5EF4-FFF2-40B4-BE49-F238E27FC236}">
                <a16:creationId xmlns:a16="http://schemas.microsoft.com/office/drawing/2014/main" id="{026FF2B2-4A83-6B26-6D32-BABFC7B983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844" y="-15350"/>
            <a:ext cx="6590661" cy="370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2932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BF630118-E9D6-5340-EDC9-2B9610385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Daj Copilotowi kontekst, wskazując pliki przez @ wprost w prompcie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Wskaż wiele plików naraz, także obrazy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Możesz też przeciągnąć albo wkleić plik lub obraz, żeby dodać kontekst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E32C66D3-0BF4-15FF-02EA-8F0FA62AEC9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/>
              <a:t>GitHub Copilot CLI</a:t>
            </a:r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27317C21-C3AF-FEB8-29A9-DD38E1AB07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@ do wskazywania plików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B7193F-55AB-5E3C-2379-49524B0247E7}"/>
              </a:ext>
            </a:extLst>
          </p:cNvPr>
          <p:cNvSpPr txBox="1"/>
          <p:nvPr/>
        </p:nvSpPr>
        <p:spPr>
          <a:xfrm>
            <a:off x="838084" y="5353809"/>
            <a:ext cx="60939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/>
              <a:t>ALT+V / CMD+V wkleja obrazy do CLI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D43D79-2123-E963-90CB-BAA94B4B808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49726" y="4949689"/>
            <a:ext cx="4619659" cy="12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30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45EA2-6770-63FB-423B-FE206BDF8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Copilot równolegle</a:t>
            </a:r>
          </a:p>
        </p:txBody>
      </p:sp>
      <p:pic>
        <p:nvPicPr>
          <p:cNvPr id="5" name="Picture 4" descr="The image displays a text-based interface with a GitHub Copilot integration, showing various file and directory listings, and a user navigating through a codebase to explore architectural decisions related to a file explorer with Git integration.&#10;&#10;AI-generated content may be incorrect.">
            <a:extLst>
              <a:ext uri="{FF2B5EF4-FFF2-40B4-BE49-F238E27FC236}">
                <a16:creationId xmlns:a16="http://schemas.microsoft.com/office/drawing/2014/main" id="{62C161AC-78A6-14E6-F647-DB0AF335276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113" y="1405024"/>
            <a:ext cx="8262257" cy="4047951"/>
          </a:xfrm>
          <a:prstGeom prst="rect">
            <a:avLst/>
          </a:prstGeom>
        </p:spPr>
      </p:pic>
      <p:pic>
        <p:nvPicPr>
          <p:cNvPr id="7" name="Picture 6" descr="The image displays a terminal session with a user requesting the installation of project dependencies, followed by the initiation of a development server and web UI. The terminal outputs indicate that the project is running and accessible via web and API endpoints.&#10;&#10;AI-generated content may be incorrect.">
            <a:extLst>
              <a:ext uri="{FF2B5EF4-FFF2-40B4-BE49-F238E27FC236}">
                <a16:creationId xmlns:a16="http://schemas.microsoft.com/office/drawing/2014/main" id="{0606E90B-3E4D-F698-D3FE-F9573CA459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9824" y="19534"/>
            <a:ext cx="2346905" cy="54334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776AA6-C850-1F46-B11A-182DB344DD44}"/>
              </a:ext>
            </a:extLst>
          </p:cNvPr>
          <p:cNvSpPr txBox="1"/>
          <p:nvPr/>
        </p:nvSpPr>
        <p:spPr>
          <a:xfrm>
            <a:off x="2587096" y="5578998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Aptos" pitchFamily="2" charset="0"/>
                <a:cs typeface="Aptos" pitchFamily="2" charset="0"/>
              </a:rPr>
              <a:t>Dwa projekty w podzielonych panelach terminala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E58C94-4AE2-733B-4BFF-F5976F878998}"/>
              </a:ext>
            </a:extLst>
          </p:cNvPr>
          <p:cNvSpPr txBox="1"/>
          <p:nvPr/>
        </p:nvSpPr>
        <p:spPr>
          <a:xfrm>
            <a:off x="9421781" y="5578998"/>
            <a:ext cx="2282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Aptos" pitchFamily="2" charset="0"/>
                <a:cs typeface="Aptos" pitchFamily="2" charset="0"/>
              </a:rPr>
              <a:t>Czat agenta w VS Code</a:t>
            </a:r>
          </a:p>
        </p:txBody>
      </p:sp>
    </p:spTree>
    <p:extLst>
      <p:ext uri="{BB962C8B-B14F-4D97-AF65-F5344CB8AC3E}">
        <p14:creationId xmlns:p14="http://schemas.microsoft.com/office/powerpoint/2010/main" val="3174138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BA3E61-E184-A5E9-EFB4-0D649694F96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4508" y="2303973"/>
            <a:ext cx="3239551" cy="457200"/>
          </a:xfrm>
        </p:spPr>
        <p:txBody>
          <a:bodyPr/>
          <a:lstStyle/>
          <a:p>
            <a:r>
              <a:rPr lang="en-US"/>
              <a:t>Windows (WinGet)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285D1-117E-E712-592A-6A640C5D124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4508" y="2778922"/>
            <a:ext cx="3488614" cy="914400"/>
          </a:xfrm>
        </p:spPr>
        <p:txBody>
          <a:bodyPr/>
          <a:lstStyle/>
          <a:p>
            <a:r>
              <a:rPr lang="en-US" err="1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winget</a:t>
            </a:r>
            <a:r>
              <a:rPr lang="en-US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 install </a:t>
            </a:r>
            <a:r>
              <a:rPr lang="en-US" err="1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GitHub.Copilot</a:t>
            </a:r>
            <a:endParaRPr lang="en-US">
              <a:latin typeface="Consolas" panose="02000009000000000000" pitchFamily="49" charset="0"/>
              <a:ea typeface="Consolas" panose="02000009000000000000" pitchFamily="49" charset="0"/>
              <a:cs typeface="Consolas" panose="02000009000000000000" pitchFamily="49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B1D7C9-5293-5897-11AC-F8A6CF595B4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478194" y="2302591"/>
            <a:ext cx="3239551" cy="457200"/>
          </a:xfrm>
        </p:spPr>
        <p:txBody>
          <a:bodyPr/>
          <a:lstStyle/>
          <a:p>
            <a:r>
              <a:rPr lang="en-US"/>
              <a:t>macOS / Linux (Homebrew)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8A00313-153D-7FD7-2718-3010D526082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478195" y="2777540"/>
            <a:ext cx="3239550" cy="914400"/>
          </a:xfrm>
        </p:spPr>
        <p:txBody>
          <a:bodyPr/>
          <a:lstStyle/>
          <a:p>
            <a:r>
              <a:rPr lang="en-US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brew install copilot-cli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E4E921-DA6F-C643-9A18-956BD3F2A39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277943" y="2302591"/>
            <a:ext cx="3787676" cy="457200"/>
          </a:xfrm>
        </p:spPr>
        <p:txBody>
          <a:bodyPr/>
          <a:lstStyle/>
          <a:p>
            <a:r>
              <a:rPr lang="en-US"/>
              <a:t>Każdy OS (npm, Node.js ≥ 22)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A302A3-7F61-68F6-B0EE-EA76EFDEDA6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277944" y="2777540"/>
            <a:ext cx="3787676" cy="914400"/>
          </a:xfrm>
        </p:spPr>
        <p:txBody>
          <a:bodyPr/>
          <a:lstStyle/>
          <a:p>
            <a:r>
              <a:rPr lang="en-US" err="1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npm</a:t>
            </a:r>
            <a:r>
              <a:rPr lang="en-US">
                <a:latin typeface="Consolas" panose="02000009000000000000" pitchFamily="49" charset="0"/>
                <a:ea typeface="Consolas" panose="02000009000000000000" pitchFamily="49" charset="0"/>
                <a:cs typeface="Consolas" panose="02000009000000000000" pitchFamily="49" charset="0"/>
              </a:rPr>
              <a:t> install -g @github/copilot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3E52814-4D98-4863-AE46-1DC351F89F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Instalacja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0EE887A-0BB6-4761-0F85-DA21E7B1918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/>
              <a:t>GitHub Copilot CLI</a:t>
            </a:r>
          </a:p>
        </p:txBody>
      </p:sp>
    </p:spTree>
    <p:extLst>
      <p:ext uri="{BB962C8B-B14F-4D97-AF65-F5344CB8AC3E}">
        <p14:creationId xmlns:p14="http://schemas.microsoft.com/office/powerpoint/2010/main" val="3991544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75A1D-5BFC-654B-2127-C089F89EF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A52AC0-D152-9F8E-8AC5-CD7F48E3E84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/>
              <a:t>GitHub Copilot CLI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4FAE6-0A66-C998-5222-4EEBFF6ACA9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/>
              <a:t>GitHub Copilot Dev Days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DAEC0E7-2FD3-7EED-3FFC-130345B2A5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41461586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10017-7923-DB1A-00C5-300C35B27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F2A6AD-F7F7-DF0F-2FF8-0B229481DC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236" y="721815"/>
            <a:ext cx="7603918" cy="989058"/>
          </a:xfrm>
        </p:spPr>
        <p:txBody>
          <a:bodyPr/>
          <a:lstStyle/>
          <a:p>
            <a:pPr algn="ctr"/>
            <a:r>
              <a:rPr lang="en-US" b="0">
                <a:latin typeface="Aptos"/>
              </a:rPr>
              <a:t>gh.io/dev-days/feedback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645FCF-2CFC-16D8-A6B1-F1099E5CD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215" y="1533072"/>
            <a:ext cx="5032828" cy="5047342"/>
          </a:xfrm>
          <a:prstGeom prst="roundRect">
            <a:avLst>
              <a:gd name="adj" fmla="val 6285"/>
            </a:avLst>
          </a:prstGeom>
          <a:ln>
            <a:solidFill>
              <a:srgbClr val="8A11AF"/>
            </a:solidFill>
          </a:ln>
        </p:spPr>
      </p:pic>
    </p:spTree>
    <p:extLst>
      <p:ext uri="{BB962C8B-B14F-4D97-AF65-F5344CB8AC3E}">
        <p14:creationId xmlns:p14="http://schemas.microsoft.com/office/powerpoint/2010/main" val="4341400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4B1B7E5-017A-5285-A6D4-B0FD238648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9236C9-CDCF-F492-7CD8-D5A1828CD0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3600" dirty="0"/>
              <a:t>Jako uczestnik Dev Days masz </a:t>
            </a:r>
            <a:r>
              <a:rPr lang="en-US" sz="3600" b="1" dirty="0"/>
              <a:t>10% zniżki</a:t>
            </a:r>
            <a:r>
              <a:rPr lang="en-US" sz="3600" dirty="0"/>
              <a:t> na wejściówkę na </a:t>
            </a:r>
            <a:r>
              <a:rPr lang="en-US" sz="3600" b="1" dirty="0"/>
              <a:t>GitHub Universe 2026</a:t>
            </a:r>
            <a:r>
              <a:rPr lang="en-US" sz="3600" dirty="0"/>
              <a:t> w San Francisco, 28–29 października. </a:t>
            </a:r>
          </a:p>
          <a:p>
            <a:endParaRPr lang="en-US" sz="3600" dirty="0"/>
          </a:p>
          <a:p>
            <a:r>
              <a:rPr lang="en-US" sz="3600" dirty="0"/>
              <a:t>Użyj kodu rabatowego </a:t>
            </a:r>
            <a:r>
              <a:rPr lang="en-US" sz="3600" b="1" dirty="0"/>
              <a:t>UNIV26DVDY</a:t>
            </a:r>
            <a:r>
              <a:rPr lang="en-US" sz="3600" dirty="0"/>
              <a:t> przy rejestracji.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480833590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CC8FB-EDBE-47A3-2DA8-EE2795092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5564B-54D5-0E60-25D4-3FED841A6F9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Dziękujemy</a:t>
            </a:r>
          </a:p>
        </p:txBody>
      </p:sp>
    </p:spTree>
    <p:extLst>
      <p:ext uri="{BB962C8B-B14F-4D97-AF65-F5344CB8AC3E}">
        <p14:creationId xmlns:p14="http://schemas.microsoft.com/office/powerpoint/2010/main" val="322331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niverse 25">
  <a:themeElements>
    <a:clrScheme name="Universe 2025">
      <a:dk1>
        <a:srgbClr val="000000"/>
      </a:dk1>
      <a:lt1>
        <a:srgbClr val="FFFFFF"/>
      </a:lt1>
      <a:dk2>
        <a:srgbClr val="E4EBE5"/>
      </a:dk2>
      <a:lt2>
        <a:srgbClr val="232824"/>
      </a:lt2>
      <a:accent1>
        <a:srgbClr val="BEFFD0"/>
      </a:accent1>
      <a:accent2>
        <a:srgbClr val="8BF1A6"/>
      </a:accent2>
      <a:accent3>
        <a:srgbClr val="5EEC83"/>
      </a:accent3>
      <a:accent4>
        <a:srgbClr val="087827"/>
      </a:accent4>
      <a:accent5>
        <a:srgbClr val="DBFF95"/>
      </a:accent5>
      <a:accent6>
        <a:srgbClr val="D3FA36"/>
      </a:accent6>
      <a:hlink>
        <a:srgbClr val="EEF6FC"/>
      </a:hlink>
      <a:folHlink>
        <a:srgbClr val="56CC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iverse 25" id="{EBCFF90B-FE23-4DF3-892D-7952A198CC3A}" vid="{44FF69D1-5BFF-4CF0-AEC7-1C55AA229D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2328</Words>
  <Application>Microsoft Office PowerPoint</Application>
  <PresentationFormat>Panoramiczny</PresentationFormat>
  <Paragraphs>215</Paragraphs>
  <Slides>23</Slides>
  <Notes>22</Notes>
  <HiddenSlides>0</HiddenSlides>
  <MMClips>1</MMClips>
  <ScaleCrop>false</ScaleCrop>
  <HeadingPairs>
    <vt:vector size="6" baseType="variant">
      <vt:variant>
        <vt:lpstr>Używane czcionki</vt:lpstr>
      </vt:variant>
      <vt:variant>
        <vt:i4>10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23</vt:i4>
      </vt:variant>
    </vt:vector>
  </HeadingPairs>
  <TitlesOfParts>
    <vt:vector size="34" baseType="lpstr">
      <vt:lpstr>Aptos</vt:lpstr>
      <vt:lpstr>Arial</vt:lpstr>
      <vt:lpstr>Arial,Sans-Serif</vt:lpstr>
      <vt:lpstr>Calibri</vt:lpstr>
      <vt:lpstr>Consolas</vt:lpstr>
      <vt:lpstr>Mona Sans</vt:lpstr>
      <vt:lpstr>Mona Sans Display</vt:lpstr>
      <vt:lpstr>Mona Sans Mono</vt:lpstr>
      <vt:lpstr>Segoe UI Semibold</vt:lpstr>
      <vt:lpstr>Segoe UI Variable Display Semibold</vt:lpstr>
      <vt:lpstr>Universe 25</vt:lpstr>
      <vt:lpstr>Prezentacja programu PowerPoint</vt:lpstr>
      <vt:lpstr>Prezentacja programu PowerPoint</vt:lpstr>
      <vt:lpstr>Prezentacja programu PowerPoint</vt:lpstr>
      <vt:lpstr>Prezentacja programu PowerPoint</vt:lpstr>
      <vt:lpstr>Jeden GitHub Copilot,  wszędzie tam, gdzie kodujesz</vt:lpstr>
      <vt:lpstr>Prezentacja programu PowerPoint</vt:lpstr>
      <vt:lpstr>Prezentacja programu PowerPoint</vt:lpstr>
      <vt:lpstr>Najważniejsze możliwości</vt:lpstr>
      <vt:lpstr>Komendy slash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Kontekst  </vt:lpstr>
      <vt:lpstr>Modele!  </vt:lpstr>
      <vt:lpstr>@ do wskazywania plików</vt:lpstr>
      <vt:lpstr>Copilot równolegle</vt:lpstr>
      <vt:lpstr>Instalacja</vt:lpstr>
      <vt:lpstr>Demo</vt:lpstr>
      <vt:lpstr>gh.io/dev-days/feedback</vt:lpstr>
      <vt:lpstr>Prezentacja programu PowerPoint</vt:lpstr>
      <vt:lpstr>Dziękujemy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Paweł Siwek</cp:lastModifiedBy>
  <cp:revision>4</cp:revision>
  <dcterms:created xsi:type="dcterms:W3CDTF">2026-03-03T18:56:24Z</dcterms:created>
  <dcterms:modified xsi:type="dcterms:W3CDTF">2026-10-26T19:14:35Z</dcterms:modified>
</cp:coreProperties>
</file>
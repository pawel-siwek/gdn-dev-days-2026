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7FFFFFFA_84C679CB.xml" ContentType="application/vnd.ms-powerpoint.comments+xml"/>
  <Override PartName="/ppt/notesSlides/notesSlide15.xml" ContentType="application/vnd.openxmlformats-officedocument.presentationml.notesSlide+xml"/>
  <Override PartName="/ppt/comments/modernComment_7FFFFFFB_9BD2F2ED.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24"/>
  </p:notesMasterIdLst>
  <p:handoutMasterIdLst>
    <p:handoutMasterId r:id="rId25"/>
  </p:handoutMasterIdLst>
  <p:sldIdLst>
    <p:sldId id="2147483630" r:id="rId2"/>
    <p:sldId id="760" r:id="rId3"/>
    <p:sldId id="2147483632" r:id="rId4"/>
    <p:sldId id="682" r:id="rId5"/>
    <p:sldId id="572" r:id="rId6"/>
    <p:sldId id="2147483633" r:id="rId7"/>
    <p:sldId id="732" r:id="rId8"/>
    <p:sldId id="2147483644" r:id="rId9"/>
    <p:sldId id="2147483638" r:id="rId10"/>
    <p:sldId id="2147483639" r:id="rId11"/>
    <p:sldId id="2147483626" r:id="rId12"/>
    <p:sldId id="2147483640" r:id="rId13"/>
    <p:sldId id="2147483641" r:id="rId14"/>
    <p:sldId id="2147483642" r:id="rId15"/>
    <p:sldId id="2147483643" r:id="rId16"/>
    <p:sldId id="2147470923" r:id="rId17"/>
    <p:sldId id="2147470932" r:id="rId18"/>
    <p:sldId id="2147470914" r:id="rId19"/>
    <p:sldId id="2147470925" r:id="rId20"/>
    <p:sldId id="2147483646" r:id="rId21"/>
    <p:sldId id="2147483647" r:id="rId22"/>
    <p:sldId id="60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id="{385D34A4-7E3C-4778-8092-DA3D4E465E55}">
          <p14:sldIdLst/>
        </p14:section>
        <p14:section name="CLI" id="{0664FFC0-5C97-4B28-BDFD-C07AFD1F212C}">
          <p14:sldIdLst>
            <p14:sldId id="2147483630"/>
            <p14:sldId id="760"/>
            <p14:sldId id="2147483632"/>
            <p14:sldId id="682"/>
            <p14:sldId id="572"/>
            <p14:sldId id="2147483633"/>
            <p14:sldId id="732"/>
            <p14:sldId id="2147483644"/>
            <p14:sldId id="2147483638"/>
            <p14:sldId id="2147483639"/>
            <p14:sldId id="2147483626"/>
            <p14:sldId id="2147483640"/>
            <p14:sldId id="2147483641"/>
            <p14:sldId id="2147483642"/>
            <p14:sldId id="2147483643"/>
            <p14:sldId id="2147470923"/>
            <p14:sldId id="2147470932"/>
            <p14:sldId id="2147470914"/>
            <p14:sldId id="2147470925"/>
            <p14:sldId id="2147483646"/>
            <p14:sldId id="2147483647"/>
          </p14:sldIdLst>
        </p14:section>
        <p14:section name="Thank you" id="{08508A40-E246-4DD9-B36F-C59E0B83A954}">
          <p14:sldIdLst>
            <p14:sldId id="600"/>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11AF"/>
    <a:srgbClr val="010101"/>
    <a:srgbClr val="259FF0"/>
    <a:srgbClr val="7A3ACF"/>
    <a:srgbClr val="000000"/>
    <a:srgbClr val="080922"/>
    <a:srgbClr val="6C36CB"/>
    <a:srgbClr val="8BF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E72D5E-D22A-9B20-C209-E807CEE9E7BC}" v="1" dt="2026-07-30T21:24:27.306"/>
    <p1510:client id="{B573B5F3-6553-4A5C-9F27-243F34267006}" v="51" dt="2026-07-30T16:09:25.731"/>
    <p1510:client id="{DCCBEED9-B579-9980-BC97-C1C599FE9A03}" v="11" dt="2026-07-30T16:06:37.424"/>
    <p1510:client id="{DEEB09F4-D887-4506-9826-FD0BA3D03AD2}" v="2081" dt="2026-07-29T23:02: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15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comments/modernComment_7FFFFFFA_84C679CB.xml><?xml version="1.0" encoding="utf-8"?>
<p188:cmLst xmlns:a="http://schemas.openxmlformats.org/drawingml/2006/main" xmlns:r="http://schemas.openxmlformats.org/officeDocument/2006/relationships" xmlns:p188="http://schemas.microsoft.com/office/powerpoint/2018/8/main">
  <p188:cm id="{A22A7E4A-0BF1-4D9A-85F9-2A8BD0A4D4E2}" authorId="{00000000-0000-0000-0000-000000000000}" status="resolved" created="2026-07-20T19:42:12.570">
    <pc:sldMkLst xmlns:pc="http://schemas.microsoft.com/office/powerpoint/2013/main/command">
      <pc:docMk/>
      <pc:sldMk cId="3973287292" sldId="761"/>
    </pc:sldMkLst>
    <p188:txBody>
      <a:bodyPr/>
      <a:lstStyle/>
      <a:p>
        <a:r>
          <a:rPr lang="en-US"/>
          <a:t>New images ❤️ [Mention was removed] </a:t>
        </a:r>
      </a:p>
    </p188:txBody>
    <p188:extLst>
      <p:ext xmlns:p="http://schemas.openxmlformats.org/presentationml/2006/main" uri="{5BB2D875-25FF-4072-B9AC-8F64D62656EB}">
        <p228:taskDetails xmlns:p228="http://schemas.microsoft.com/office/powerpoint/2022/08/main">
          <p228:history/>
        </p228:taskDetails>
      </p:ext>
    </p188:extLst>
  </p188:cm>
</p188:cmLst>
</file>

<file path=ppt/comments/modernComment_7FFFFFFB_9BD2F2ED.xml><?xml version="1.0" encoding="utf-8"?>
<p188:cmLst xmlns:a="http://schemas.openxmlformats.org/drawingml/2006/main" xmlns:r="http://schemas.openxmlformats.org/officeDocument/2006/relationships" xmlns:p188="http://schemas.microsoft.com/office/powerpoint/2018/8/main">
  <p188:cm id="{855DB038-E0B4-4CAB-B8A3-282E3B9FE42B}" authorId="{00000000-0000-0000-0000-000000000000}" status="resolved" created="2026-07-20T19:42:12.570">
    <pc:sldMkLst xmlns:pc="http://schemas.microsoft.com/office/powerpoint/2013/main/command">
      <pc:docMk/>
      <pc:sldMk cId="3973287292" sldId="761"/>
    </pc:sldMkLst>
    <p188:txBody>
      <a:bodyPr/>
      <a:lstStyle/>
      <a:p>
        <a:r>
          <a:rPr lang="en-US"/>
          <a:t>New images ❤️ [Mention was removed] </a:t>
        </a:r>
      </a:p>
    </p188:txBody>
    <p188:extLst>
      <p:ext xmlns:p="http://schemas.openxmlformats.org/presentationml/2006/main" uri="{5BB2D875-25FF-4072-B9AC-8F64D62656EB}">
        <p228:taskDetails xmlns:p228="http://schemas.microsoft.com/office/powerpoint/2022/08/main">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78B027-873C-7CE8-EF99-E50AE015D6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BEEC3B-0A93-4D1A-3898-A0EF07120F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79C32B-9090-4D5E-8893-2200DA8B6489}" type="datetimeFigureOut">
              <a:rPr lang="en-US" smtClean="0"/>
              <a:t>9/17/2026</a:t>
            </a:fld>
            <a:endParaRPr lang="en-US"/>
          </a:p>
        </p:txBody>
      </p:sp>
      <p:sp>
        <p:nvSpPr>
          <p:cNvPr id="4" name="Footer Placeholder 3">
            <a:extLst>
              <a:ext uri="{FF2B5EF4-FFF2-40B4-BE49-F238E27FC236}">
                <a16:creationId xmlns:a16="http://schemas.microsoft.com/office/drawing/2014/main" id="{FF80F166-7BE4-1F4E-8B0F-7BFD37A9F0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BAAFD4D-477B-C4E4-AD08-2131BB8A3F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E32C76-01A7-41D2-BA16-3BEC88438B24}" type="slidenum">
              <a:rPr lang="en-US" smtClean="0"/>
              <a:t>‹#›</a:t>
            </a:fld>
            <a:endParaRPr lang="en-US"/>
          </a:p>
        </p:txBody>
      </p:sp>
    </p:spTree>
    <p:extLst>
      <p:ext uri="{BB962C8B-B14F-4D97-AF65-F5344CB8AC3E}">
        <p14:creationId xmlns:p14="http://schemas.microsoft.com/office/powerpoint/2010/main" val="1383867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B0C1E-A73E-4994-A7F0-AA72833EDF2C}" type="datetimeFigureOut">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318D-D634-447D-804D-1A35DED75EBD}" type="slidenum">
              <a:t>‹#›</a:t>
            </a:fld>
            <a:endParaRPr lang="en-US"/>
          </a:p>
        </p:txBody>
      </p:sp>
    </p:spTree>
    <p:extLst>
      <p:ext uri="{BB962C8B-B14F-4D97-AF65-F5344CB8AC3E}">
        <p14:creationId xmlns:p14="http://schemas.microsoft.com/office/powerpoint/2010/main" val="2085643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OK let's talk about the terminal and GitHub copilot CLI which is your AI terminal companion that gives you all of the powers of GitHub copilot directly in your terminal and so much more</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813E318D-D634-447D-804D-1A35DED75EBD}" type="slidenum">
              <a:rPr lang="en-US"/>
              <a:t>1</a:t>
            </a:fld>
            <a:endParaRPr lang="en-US"/>
          </a:p>
        </p:txBody>
      </p:sp>
    </p:spTree>
    <p:extLst>
      <p:ext uri="{BB962C8B-B14F-4D97-AF65-F5344CB8AC3E}">
        <p14:creationId xmlns:p14="http://schemas.microsoft.com/office/powerpoint/2010/main" val="536203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B7F75-1FBD-F8B2-BC96-69A89AB0F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DCB6C-61AB-50D2-B422-3EEF8EB45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DD176-7EF7-D9A9-0B60-501B14A6D1D1}"/>
              </a:ext>
            </a:extLst>
          </p:cNvPr>
          <p:cNvSpPr>
            <a:spLocks noGrp="1"/>
          </p:cNvSpPr>
          <p:nvPr>
            <p:ph type="body" idx="1"/>
          </p:nvPr>
        </p:nvSpPr>
        <p:spPr/>
        <p:txBody>
          <a:bodyPr/>
          <a:lstStyle/>
          <a:p>
            <a:pPr fontAlgn="base"/>
            <a:r>
              <a:rPr lang="en-US" sz="1600" b="1" i="0" u="none" strike="noStrike" kern="1200">
                <a:solidFill>
                  <a:schemeClr val="tx1"/>
                </a:solidFill>
                <a:effectLst/>
                <a:latin typeface="+mn-lt"/>
                <a:ea typeface="+mn-ea"/>
                <a:cs typeface="+mn-cs"/>
              </a:rPr>
              <a:t>Riding the waves – where we are today</a:t>
            </a:r>
          </a:p>
          <a:p>
            <a:pPr marL="285750" indent="-285750" fontAlgn="base">
              <a:buFont typeface="Arial" panose="020B0604020202020204" pitchFamily="34" charset="0"/>
              <a:buChar char="•"/>
            </a:pPr>
            <a:r>
              <a:rPr lang="en-US" sz="1600" kern="1200">
                <a:solidFill>
                  <a:schemeClr val="tx1"/>
                </a:solidFill>
                <a:latin typeface="+mn-lt"/>
              </a:rPr>
              <a:t>Four years ago, GenAI began to fundamentally change software development. That shift has come in three waves – and today we're living </a:t>
            </a:r>
            <a:r>
              <a:rPr lang="en-US" sz="1600"/>
              <a:t>in </a:t>
            </a:r>
            <a:r>
              <a:rPr lang="en-US" sz="1600" kern="1200">
                <a:solidFill>
                  <a:schemeClr val="tx1"/>
                </a:solidFill>
                <a:latin typeface="+mn-lt"/>
              </a:rPr>
              <a:t>the transition </a:t>
            </a:r>
            <a:r>
              <a:rPr lang="en-US" sz="1600"/>
              <a:t>where agents eventually become full-fledged team-members. </a:t>
            </a:r>
            <a:endParaRPr lang="en-US" sz="1600" kern="1200">
              <a:solidFill>
                <a:schemeClr val="tx1"/>
              </a:solidFill>
              <a:latin typeface="+mn-lt"/>
            </a:endParaRPr>
          </a:p>
          <a:p>
            <a:pPr marL="285750" indent="-285750" fontAlgn="base">
              <a:buFont typeface="Arial" panose="020B0604020202020204" pitchFamily="34" charset="0"/>
              <a:buChar char="•"/>
            </a:pPr>
            <a:r>
              <a:rPr lang="en-US" sz="1600" b="1" kern="1200">
                <a:solidFill>
                  <a:schemeClr val="tx1"/>
                </a:solidFill>
                <a:latin typeface="+mn-lt"/>
              </a:rPr>
              <a:t>Wave 1 – </a:t>
            </a:r>
            <a:r>
              <a:rPr lang="en-US" sz="1600" kern="1200">
                <a:solidFill>
                  <a:schemeClr val="tx1"/>
                </a:solidFill>
                <a:latin typeface="+mn-lt"/>
              </a:rPr>
              <a:t>it rode along and helped you write code faster, but the developer did all the driving.</a:t>
            </a:r>
            <a:r>
              <a:rPr lang="en-US" sz="1600"/>
              <a:t> </a:t>
            </a:r>
            <a:endParaRPr lang="en-US" sz="1600" kern="1200">
              <a:solidFill>
                <a:schemeClr val="tx1"/>
              </a:solidFill>
              <a:latin typeface="+mn-lt"/>
            </a:endParaRPr>
          </a:p>
          <a:p>
            <a:pPr marL="285750" indent="-285750" fontAlgn="base">
              <a:buFont typeface="Arial" panose="020B0604020202020204" pitchFamily="34" charset="0"/>
              <a:buChar char="•"/>
            </a:pPr>
            <a:r>
              <a:rPr lang="en-US" sz="1600" b="1" kern="1200">
                <a:solidFill>
                  <a:schemeClr val="tx1"/>
                </a:solidFill>
                <a:latin typeface="+mn-lt"/>
              </a:rPr>
              <a:t>Wave 2 – </a:t>
            </a:r>
            <a:r>
              <a:rPr lang="en-US" sz="1600" kern="1200">
                <a:solidFill>
                  <a:schemeClr val="tx1"/>
                </a:solidFill>
                <a:latin typeface="+mn-lt"/>
              </a:rPr>
              <a:t>Agents moved from assisting to participating as </a:t>
            </a:r>
            <a:r>
              <a:rPr lang="en-US" sz="1600" i="1" kern="1200">
                <a:solidFill>
                  <a:schemeClr val="tx1"/>
                </a:solidFill>
                <a:latin typeface="+mn-lt"/>
              </a:rPr>
              <a:t>peers</a:t>
            </a:r>
            <a:r>
              <a:rPr lang="en-US" sz="1600" kern="1200">
                <a:solidFill>
                  <a:schemeClr val="tx1"/>
                </a:solidFill>
                <a:latin typeface="+mn-lt"/>
              </a:rPr>
              <a:t> – planning, building, and reviewing across the lifecycle. Some teams are still dipping their toes in; many </a:t>
            </a:r>
            <a:r>
              <a:rPr lang="en-US" sz="1600"/>
              <a:t>businesses are</a:t>
            </a:r>
            <a:r>
              <a:rPr lang="en-US" sz="1600" kern="1200">
                <a:solidFill>
                  <a:schemeClr val="tx1"/>
                </a:solidFill>
                <a:latin typeface="+mn-lt"/>
              </a:rPr>
              <a:t> already rolling out at scale.</a:t>
            </a:r>
          </a:p>
          <a:p>
            <a:pPr marL="285750" indent="-285750" fontAlgn="base">
              <a:buFont typeface="Arial" panose="020B0604020202020204" pitchFamily="34" charset="0"/>
              <a:buChar char="•"/>
            </a:pPr>
            <a:r>
              <a:rPr lang="en-US" sz="1600" b="1" kern="1200">
                <a:solidFill>
                  <a:schemeClr val="tx1"/>
                </a:solidFill>
                <a:latin typeface="+mn-lt"/>
              </a:rPr>
              <a:t>Wave 3 – </a:t>
            </a:r>
            <a:r>
              <a:rPr lang="en-US" sz="1600" kern="1200">
                <a:solidFill>
                  <a:schemeClr val="tx1"/>
                </a:solidFill>
                <a:latin typeface="+mn-lt"/>
              </a:rPr>
              <a:t>Teams and agents work in tandem, with the developer at the center directing the work. That's where the world is rapidly heading. </a:t>
            </a:r>
          </a:p>
          <a:p>
            <a:pPr marL="285750" indent="-285750" fontAlgn="base">
              <a:buFont typeface="Arial" panose="020B0604020202020204" pitchFamily="34" charset="0"/>
              <a:buChar char="•"/>
            </a:pPr>
            <a:r>
              <a:rPr lang="en-US" sz="1600" kern="1200">
                <a:solidFill>
                  <a:schemeClr val="tx1"/>
                </a:solidFill>
                <a:latin typeface="+mn-lt"/>
              </a:rPr>
              <a:t>So today we're squarely in the shift from Wave 2 to Wave 3 – the pair programmer becoming a true peer and teammate, with developers at the center. </a:t>
            </a:r>
          </a:p>
        </p:txBody>
      </p:sp>
      <p:sp>
        <p:nvSpPr>
          <p:cNvPr id="4" name="Slide Number Placeholder 3">
            <a:extLst>
              <a:ext uri="{FF2B5EF4-FFF2-40B4-BE49-F238E27FC236}">
                <a16:creationId xmlns:a16="http://schemas.microsoft.com/office/drawing/2014/main" id="{A84C02B7-6F9A-AAEE-5DEE-48259F0EB4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C496D6-EDA8-C048-9428-38F401FB1D5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3114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Sans-Serif"/>
              <a:buChar char="•"/>
            </a:pPr>
            <a:r>
              <a:rPr lang="en-US"/>
              <a:t>This is where GitHub Copilot has been expanding: not just one tool in one place, but AI that works where developers already are.</a:t>
            </a:r>
            <a:endParaRPr lang="en-US">
              <a:solidFill>
                <a:srgbClr val="444444"/>
              </a:solidFill>
            </a:endParaRPr>
          </a:p>
          <a:p>
            <a:pPr marL="171450" indent="-171450">
              <a:buFont typeface="Arial,Sans-Serif"/>
              <a:buChar char="•"/>
            </a:pPr>
            <a:r>
              <a:rPr lang="en-US"/>
              <a:t>The core idea is: </a:t>
            </a:r>
            <a:r>
              <a:rPr lang="en-US" b="1"/>
              <a:t>code, command, and collaborate</a:t>
            </a:r>
            <a:r>
              <a:rPr lang="en-US"/>
              <a:t>.</a:t>
            </a:r>
            <a:endParaRPr lang="en-US">
              <a:solidFill>
                <a:srgbClr val="444444"/>
              </a:solidFill>
            </a:endParaRPr>
          </a:p>
          <a:p>
            <a:pPr marL="171450" indent="-171450">
              <a:buFont typeface="Arial,Sans-Serif"/>
              <a:buChar char="•"/>
            </a:pPr>
            <a:r>
              <a:rPr lang="en-US"/>
              <a:t>Copilot is designed to support different needs — whether you care most about speed, accuracy, cost, or flexibility. </a:t>
            </a:r>
            <a:endParaRPr lang="en-US">
              <a:solidFill>
                <a:srgbClr val="444444"/>
              </a:solidFill>
            </a:endParaRPr>
          </a:p>
          <a:p>
            <a:pPr marL="171450" indent="-171450">
              <a:buFont typeface="Arial,Sans-Serif"/>
              <a:buChar char="•"/>
            </a:pPr>
            <a:r>
              <a:rPr lang="en-US"/>
              <a:t>It also supports different ways of working: GitHub Copilot agents, custom agents, third-party agents, and integrations across the tools developers already use.</a:t>
            </a:r>
            <a:endParaRPr lang="en-US">
              <a:solidFill>
                <a:srgbClr val="444444"/>
              </a:solidFill>
            </a:endParaRPr>
          </a:p>
          <a:p>
            <a:pPr marL="171450" indent="-171450">
              <a:buFont typeface="Arial,Sans-Serif"/>
              <a:buChar char="•"/>
            </a:pPr>
            <a:r>
              <a:rPr lang="en-US"/>
              <a:t>So instead of thinking about Copilot as “just autocomplete,” we should think about it as a broader AI platform across the developer workflow.</a:t>
            </a:r>
            <a:endParaRPr lang="en-US">
              <a:solidFill>
                <a:srgbClr val="444444"/>
              </a:solidFill>
            </a:endParaRPr>
          </a:p>
        </p:txBody>
      </p:sp>
      <p:sp>
        <p:nvSpPr>
          <p:cNvPr id="4" name="Slide Number Placeholder 3"/>
          <p:cNvSpPr>
            <a:spLocks noGrp="1"/>
          </p:cNvSpPr>
          <p:nvPr>
            <p:ph type="sldNum" sz="quarter" idx="5"/>
          </p:nvPr>
        </p:nvSpPr>
        <p:spPr/>
        <p:txBody>
          <a:bodyPr/>
          <a:lstStyle/>
          <a:p>
            <a:fld id="{813E318D-D634-447D-804D-1A35DED75EBD}" type="slidenum">
              <a:rPr lang="en-US"/>
              <a:t>3</a:t>
            </a:fld>
            <a:endParaRPr lang="en-US"/>
          </a:p>
        </p:txBody>
      </p:sp>
    </p:spTree>
    <p:extLst>
      <p:ext uri="{BB962C8B-B14F-4D97-AF65-F5344CB8AC3E}">
        <p14:creationId xmlns:p14="http://schemas.microsoft.com/office/powerpoint/2010/main" val="1481181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GitHub Copilot and is available everywhere that you code and for any programming language that you're coding in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3E318D-D634-447D-804D-1A35DED75EB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2566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E969-ECD5-BDCC-8B3F-7DAC9EC2A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27CCE-7783-73CE-A943-933A1AEBF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97A04-76D6-E6AE-1D85-B0D0A37E1B2F}"/>
              </a:ext>
            </a:extLst>
          </p:cNvPr>
          <p:cNvSpPr>
            <a:spLocks noGrp="1"/>
          </p:cNvSpPr>
          <p:nvPr>
            <p:ph type="body" idx="1"/>
          </p:nvPr>
        </p:nvSpPr>
        <p:spPr/>
        <p:txBody>
          <a:bodyPr/>
          <a:lstStyle/>
          <a:p>
            <a:pPr marL="285750" indent="-285750">
              <a:buFont typeface="Arial" panose="020B0604020202020204" pitchFamily="34" charset="0"/>
              <a:buChar char="•"/>
            </a:pPr>
            <a:r>
              <a:rPr lang="en-US" sz="1600" b="0">
                <a:solidFill>
                  <a:schemeClr val="tx1">
                    <a:lumMod val="65000"/>
                  </a:schemeClr>
                </a:solidFill>
              </a:rPr>
              <a:t>Copilot is where you work.</a:t>
            </a:r>
          </a:p>
          <a:p>
            <a:pPr marL="285750" indent="-285750">
              <a:buFont typeface="Arial" panose="020B0604020202020204" pitchFamily="34" charset="0"/>
              <a:buChar char="•"/>
            </a:pPr>
            <a:r>
              <a:rPr lang="en-US" sz="1600" b="0">
                <a:solidFill>
                  <a:schemeClr val="tx1">
                    <a:lumMod val="65000"/>
                  </a:schemeClr>
                </a:solidFill>
              </a:rPr>
              <a:t>If you're storing your code on GitHub dot com as deeply integrated there but it's also available anywhere else you don't have to be using GitHub at all to use GitHub copilot.</a:t>
            </a:r>
            <a:endParaRPr lang="en-US" sz="1600" b="0">
              <a:solidFill>
                <a:schemeClr val="tx1">
                  <a:lumMod val="65000"/>
                </a:schemeClr>
              </a:solidFill>
              <a:ea typeface="Calibri"/>
              <a:cs typeface="Calibri"/>
            </a:endParaRPr>
          </a:p>
          <a:p>
            <a:pPr marL="285750" indent="-285750">
              <a:buFont typeface="Arial" panose="020B0604020202020204" pitchFamily="34" charset="0"/>
              <a:buChar char="•"/>
            </a:pPr>
            <a:r>
              <a:rPr lang="en-US" sz="1600" b="0">
                <a:solidFill>
                  <a:schemeClr val="tx1">
                    <a:lumMod val="65000"/>
                  </a:schemeClr>
                </a:solidFill>
              </a:rPr>
              <a:t>It’s deeply integrated into VS code which is the premiere code editor for GitHub copilot but it’s available in many other ides as well including Visual Studio </a:t>
            </a:r>
            <a:r>
              <a:rPr lang="en-US" sz="1600" err="1">
                <a:solidFill>
                  <a:schemeClr val="tx1">
                    <a:lumMod val="65000"/>
                  </a:schemeClr>
                </a:solidFill>
              </a:rPr>
              <a:t>Jetbrains</a:t>
            </a:r>
            <a:r>
              <a:rPr lang="en-US" sz="1600" b="0">
                <a:solidFill>
                  <a:schemeClr val="tx1">
                    <a:lumMod val="65000"/>
                  </a:schemeClr>
                </a:solidFill>
              </a:rPr>
              <a:t>, </a:t>
            </a:r>
            <a:r>
              <a:rPr lang="en-US" sz="1600">
                <a:solidFill>
                  <a:schemeClr val="tx1">
                    <a:lumMod val="65000"/>
                  </a:schemeClr>
                </a:solidFill>
              </a:rPr>
              <a:t>Eclipse</a:t>
            </a:r>
            <a:r>
              <a:rPr lang="en-US" sz="1600" b="0">
                <a:solidFill>
                  <a:schemeClr val="tx1">
                    <a:lumMod val="65000"/>
                  </a:schemeClr>
                </a:solidFill>
              </a:rPr>
              <a:t> </a:t>
            </a:r>
            <a:r>
              <a:rPr lang="en-US" sz="1600">
                <a:solidFill>
                  <a:schemeClr val="tx1">
                    <a:lumMod val="65000"/>
                  </a:schemeClr>
                </a:solidFill>
              </a:rPr>
              <a:t>Xcode</a:t>
            </a:r>
            <a:r>
              <a:rPr lang="en-US" sz="1600" b="0">
                <a:solidFill>
                  <a:schemeClr val="tx1">
                    <a:lumMod val="65000"/>
                  </a:schemeClr>
                </a:solidFill>
              </a:rPr>
              <a:t> and so many more </a:t>
            </a:r>
            <a:endParaRPr lang="en-US" sz="1600" b="0">
              <a:solidFill>
                <a:schemeClr val="tx1">
                  <a:lumMod val="65000"/>
                </a:schemeClr>
              </a:solidFill>
              <a:ea typeface="Calibri"/>
              <a:cs typeface="Calibri"/>
            </a:endParaRPr>
          </a:p>
          <a:p>
            <a:pPr marL="285750" indent="-285750">
              <a:buFont typeface="Arial" panose="020B0604020202020204" pitchFamily="34" charset="0"/>
              <a:buChar char="•"/>
            </a:pPr>
            <a:r>
              <a:rPr lang="en-US" sz="1600" b="0">
                <a:solidFill>
                  <a:schemeClr val="tx1">
                    <a:lumMod val="65000"/>
                  </a:schemeClr>
                </a:solidFill>
              </a:rPr>
              <a:t>Integrate it into the mobile app</a:t>
            </a:r>
            <a:r>
              <a:rPr lang="en-US" sz="1600">
                <a:solidFill>
                  <a:schemeClr val="tx1">
                    <a:lumMod val="65000"/>
                  </a:schemeClr>
                </a:solidFill>
              </a:rPr>
              <a:t>,</a:t>
            </a:r>
            <a:r>
              <a:rPr lang="en-US" sz="1600" b="0">
                <a:solidFill>
                  <a:schemeClr val="tx1">
                    <a:lumMod val="65000"/>
                  </a:schemeClr>
                </a:solidFill>
              </a:rPr>
              <a:t> there’s a GitHub copilot </a:t>
            </a:r>
            <a:r>
              <a:rPr lang="en-US" sz="1600">
                <a:solidFill>
                  <a:schemeClr val="tx1">
                    <a:lumMod val="65000"/>
                  </a:schemeClr>
                </a:solidFill>
              </a:rPr>
              <a:t>CLI</a:t>
            </a:r>
            <a:r>
              <a:rPr lang="en-US" sz="1600" b="0">
                <a:solidFill>
                  <a:schemeClr val="tx1">
                    <a:lumMod val="65000"/>
                  </a:schemeClr>
                </a:solidFill>
              </a:rPr>
              <a:t> </a:t>
            </a:r>
            <a:r>
              <a:rPr lang="en-US" sz="1600">
                <a:solidFill>
                  <a:schemeClr val="tx1">
                    <a:lumMod val="65000"/>
                  </a:schemeClr>
                </a:solidFill>
              </a:rPr>
              <a:t>(our focus today), </a:t>
            </a:r>
            <a:r>
              <a:rPr lang="en-US" sz="1600" b="0">
                <a:solidFill>
                  <a:schemeClr val="tx1">
                    <a:lumMod val="65000"/>
                  </a:schemeClr>
                </a:solidFill>
              </a:rPr>
              <a:t>and you can even delegate tasks directly from slack and teams or popular board of management software like Azure DevOps or Linear</a:t>
            </a:r>
          </a:p>
        </p:txBody>
      </p:sp>
      <p:sp>
        <p:nvSpPr>
          <p:cNvPr id="4" name="Slide Number Placeholder 3">
            <a:extLst>
              <a:ext uri="{FF2B5EF4-FFF2-40B4-BE49-F238E27FC236}">
                <a16:creationId xmlns:a16="http://schemas.microsoft.com/office/drawing/2014/main" id="{58A39372-AC0F-4842-57EE-BC9FF4797435}"/>
              </a:ext>
            </a:extLst>
          </p:cNvPr>
          <p:cNvSpPr>
            <a:spLocks noGrp="1"/>
          </p:cNvSpPr>
          <p:nvPr>
            <p:ph type="sldNum" sz="quarter" idx="5"/>
          </p:nvPr>
        </p:nvSpPr>
        <p:spPr/>
        <p:txBody>
          <a:bodyPr/>
          <a:lstStyle/>
          <a:p>
            <a:fld id="{8E6C1656-E6D2-D941-BA7D-9511EB89057A}" type="slidenum">
              <a:rPr lang="en-US" smtClean="0"/>
              <a:t>5</a:t>
            </a:fld>
            <a:endParaRPr lang="en-US"/>
          </a:p>
        </p:txBody>
      </p:sp>
    </p:spTree>
    <p:extLst>
      <p:ext uri="{BB962C8B-B14F-4D97-AF65-F5344CB8AC3E}">
        <p14:creationId xmlns:p14="http://schemas.microsoft.com/office/powerpoint/2010/main" val="3486730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all brings us to today's topic: the GitHub Copilot CLI, the command-line interface (CLI) for GitHub Copilot that allows you to use Copilot directly from your terminal.</a:t>
            </a:r>
          </a:p>
          <a:p>
            <a:r>
              <a:rPr lang="en-US"/>
              <a:t>Note: GitHub Copilot CLI is available with all Copilot plans. If you receive Copilot from an organization, the Copilot CLI policy must be enabled in the organization's settings.</a:t>
            </a:r>
          </a:p>
        </p:txBody>
      </p:sp>
      <p:sp>
        <p:nvSpPr>
          <p:cNvPr id="4" name="Slide Number Placeholder 3"/>
          <p:cNvSpPr>
            <a:spLocks noGrp="1"/>
          </p:cNvSpPr>
          <p:nvPr>
            <p:ph type="sldNum" sz="quarter" idx="5"/>
          </p:nvPr>
        </p:nvSpPr>
        <p:spPr/>
        <p:txBody>
          <a:bodyPr/>
          <a:lstStyle/>
          <a:p>
            <a:fld id="{625C53A8-59A0-4A49-BAB4-A832A26A8EF5}" type="slidenum">
              <a:rPr lang="en-US" smtClean="0"/>
              <a:t>6</a:t>
            </a:fld>
            <a:endParaRPr lang="en-US"/>
          </a:p>
        </p:txBody>
      </p:sp>
    </p:spTree>
    <p:extLst>
      <p:ext uri="{BB962C8B-B14F-4D97-AF65-F5344CB8AC3E}">
        <p14:creationId xmlns:p14="http://schemas.microsoft.com/office/powerpoint/2010/main" val="279160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a:t> As you may expect the GitHub copilot CLI is packed full of features obviously including interactive but also headless automation and assistance code generation modification tools execution and script and shell commands it can understand your entire code base and it’s multi file contacts where there’s lifecycle hooks multiple modes for any different situation and of course skill and MCP server integration as well</a:t>
            </a:r>
          </a:p>
        </p:txBody>
      </p:sp>
      <p:sp>
        <p:nvSpPr>
          <p:cNvPr id="4" name="Slide Number Placeholder 3"/>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7386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thing that you'll use all the time inside of the CLI are slash commands these are things such as switching the agent or model that you want to use going into and out of plan mode or review agent and loading up skills or doing a diff for example.  This is just a subset of them there are so many being added all the time to handle different scenarios when working in the CLI.</a:t>
            </a:r>
          </a:p>
          <a:p>
            <a:endParaRPr lang="en-US">
              <a:ea typeface="Calibri"/>
              <a:cs typeface="Calibri"/>
            </a:endParaRPr>
          </a:p>
          <a:p>
            <a:r>
              <a:rPr lang="en-US">
                <a:ea typeface="Calibri"/>
                <a:cs typeface="Calibri"/>
              </a:rPr>
              <a:t>Let's dive deeper into some things you will use every day.</a:t>
            </a:r>
          </a:p>
        </p:txBody>
      </p:sp>
      <p:sp>
        <p:nvSpPr>
          <p:cNvPr id="4" name="Slide Number Placeholder 3"/>
          <p:cNvSpPr>
            <a:spLocks noGrp="1"/>
          </p:cNvSpPr>
          <p:nvPr>
            <p:ph type="sldNum" sz="quarter" idx="5"/>
          </p:nvPr>
        </p:nvSpPr>
        <p:spPr/>
        <p:txBody>
          <a:bodyPr/>
          <a:lstStyle/>
          <a:p>
            <a:fld id="{813E318D-D634-447D-804D-1A35DED75EBD}" type="slidenum">
              <a:rPr lang="en-US" smtClean="0"/>
              <a:t>8</a:t>
            </a:fld>
            <a:endParaRPr lang="en-US"/>
          </a:p>
        </p:txBody>
      </p:sp>
    </p:spTree>
    <p:extLst>
      <p:ext uri="{BB962C8B-B14F-4D97-AF65-F5344CB8AC3E}">
        <p14:creationId xmlns:p14="http://schemas.microsoft.com/office/powerpoint/2010/main" val="2592607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FE74D-5AE7-D571-4E78-995105F8C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3BC2F-C3AB-C98E-EF49-4574655AD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B2A03-4D67-1E38-5B0E-0586557C82E6}"/>
              </a:ext>
            </a:extLst>
          </p:cNvPr>
          <p:cNvSpPr>
            <a:spLocks noGrp="1"/>
          </p:cNvSpPr>
          <p:nvPr>
            <p:ph type="body" idx="1"/>
          </p:nvPr>
        </p:nvSpPr>
        <p:spPr/>
        <p:txBody>
          <a:bodyPr/>
          <a:lstStyle/>
          <a:p>
            <a:r>
              <a:rPr lang="en-US" sz="1200" b="0" i="0" kern="1200">
                <a:solidFill>
                  <a:schemeClr val="tx1"/>
                </a:solidFill>
                <a:effectLst/>
                <a:latin typeface="+mn-lt"/>
                <a:ea typeface="+mn-ea"/>
                <a:cs typeface="+mn-cs"/>
              </a:rPr>
              <a:t>When you first get into </a:t>
            </a:r>
            <a:r>
              <a:rPr lang="en-US"/>
              <a:t>GitHub </a:t>
            </a:r>
            <a:r>
              <a:rPr lang="en-US" sz="1200" b="0" i="0" kern="1200">
                <a:solidFill>
                  <a:schemeClr val="tx1"/>
                </a:solidFill>
                <a:effectLst/>
                <a:latin typeface="+mn-lt"/>
                <a:ea typeface="+mn-ea"/>
                <a:cs typeface="+mn-cs"/>
              </a:rPr>
              <a:t>Copilot you’ll be in an interactive mode which allows you to work </a:t>
            </a:r>
            <a:r>
              <a:rPr lang="en-US"/>
              <a:t>alongside</a:t>
            </a:r>
            <a:r>
              <a:rPr lang="en-US" sz="1200" b="0" i="0" kern="1200">
                <a:solidFill>
                  <a:schemeClr val="tx1"/>
                </a:solidFill>
                <a:effectLst/>
                <a:latin typeface="+mn-lt"/>
                <a:ea typeface="+mn-ea"/>
                <a:cs typeface="+mn-cs"/>
              </a:rPr>
              <a:t> the Agent to iterate on your work when you need to make changes or call a tool for example to grab information from the web or from </a:t>
            </a:r>
            <a:r>
              <a:rPr lang="en-US"/>
              <a:t>GitHub</a:t>
            </a:r>
            <a:r>
              <a:rPr lang="en-US" sz="1200" b="0" i="0" kern="1200">
                <a:solidFill>
                  <a:schemeClr val="tx1"/>
                </a:solidFill>
                <a:effectLst/>
                <a:latin typeface="+mn-lt"/>
                <a:ea typeface="+mn-ea"/>
                <a:cs typeface="+mn-cs"/>
              </a:rPr>
              <a:t> it will ask you for your approvals and then it will continue on the work and make edits But there are other modes that are built in such as </a:t>
            </a:r>
            <a:r>
              <a:rPr lang="en-US"/>
              <a:t>Plan</a:t>
            </a:r>
            <a:r>
              <a:rPr lang="en-US" sz="1200" b="0" i="0" kern="1200">
                <a:solidFill>
                  <a:schemeClr val="tx1"/>
                </a:solidFill>
                <a:effectLst/>
                <a:latin typeface="+mn-lt"/>
                <a:ea typeface="+mn-ea"/>
                <a:cs typeface="+mn-cs"/>
              </a:rPr>
              <a:t> and Autopilot mode enables you to work directly with a team of agents to clarify questions about the work before getting to</a:t>
            </a:r>
            <a:r>
              <a:rPr lang="en-US"/>
              <a:t> </a:t>
            </a:r>
            <a:r>
              <a:rPr lang="en-US" sz="1200" b="0" i="0" kern="1200">
                <a:solidFill>
                  <a:schemeClr val="tx1"/>
                </a:solidFill>
                <a:effectLst/>
                <a:latin typeface="+mn-lt"/>
                <a:ea typeface="+mn-ea"/>
                <a:cs typeface="+mn-cs"/>
              </a:rPr>
              <a:t>implementation</a:t>
            </a:r>
            <a:r>
              <a:rPr lang="en-US"/>
              <a:t>.</a:t>
            </a:r>
            <a:br>
              <a:rPr lang="en-US" sz="1200" b="0" i="0" kern="1200">
                <a:effectLst/>
                <a:cs typeface="+mn-lt"/>
              </a:rPr>
            </a:br>
            <a:br>
              <a:rPr lang="en-US" sz="1200" b="0" i="0" kern="1200">
                <a:effectLst/>
                <a:cs typeface="+mn-lt"/>
              </a:rPr>
            </a:br>
            <a:r>
              <a:rPr lang="en-US" sz="1200" b="0" i="0" kern="1200">
                <a:solidFill>
                  <a:schemeClr val="tx1"/>
                </a:solidFill>
                <a:effectLst/>
                <a:latin typeface="+mn-lt"/>
                <a:ea typeface="+mn-ea"/>
                <a:cs typeface="+mn-cs"/>
              </a:rPr>
              <a:t>You can use </a:t>
            </a:r>
            <a:r>
              <a:rPr lang="en-US" sz="1200" b="0" i="0" kern="1200" err="1">
                <a:solidFill>
                  <a:schemeClr val="tx1"/>
                </a:solidFill>
                <a:effectLst/>
                <a:latin typeface="+mn-lt"/>
                <a:ea typeface="+mn-ea"/>
                <a:cs typeface="+mn-cs"/>
              </a:rPr>
              <a:t>Shift+Tab</a:t>
            </a:r>
            <a:r>
              <a:rPr lang="en-US" sz="1200" b="0" i="0" kern="1200">
                <a:solidFill>
                  <a:schemeClr val="tx1"/>
                </a:solidFill>
                <a:effectLst/>
                <a:latin typeface="+mn-lt"/>
                <a:ea typeface="+mn-ea"/>
                <a:cs typeface="+mn-cs"/>
              </a:rPr>
              <a:t> to rotate between these modes or use /plan to change and work on an outline for the work.</a:t>
            </a:r>
            <a:br>
              <a:rPr lang="en-US" sz="1200" b="0" i="0" kern="1200">
                <a:effectLst/>
                <a:cs typeface="+mn-lt"/>
              </a:rPr>
            </a:br>
            <a:br>
              <a:rPr lang="en-US" sz="1200" b="0" i="0" kern="1200">
                <a:effectLst/>
                <a:cs typeface="+mn-lt"/>
              </a:rPr>
            </a:br>
            <a:r>
              <a:rPr lang="en-US" sz="1200" b="0" i="0" kern="1200">
                <a:effectLst/>
                <a:cs typeface="+mn-lt"/>
              </a:rPr>
              <a:t>* </a:t>
            </a:r>
            <a:r>
              <a:rPr lang="en-US"/>
              <a:t>Use /plan to create an implementation strategy before writing code. </a:t>
            </a:r>
          </a:p>
          <a:p>
            <a:pPr marL="285750" indent="-285750">
              <a:buFont typeface="Arial"/>
              <a:buChar char="•"/>
            </a:pPr>
            <a:r>
              <a:rPr lang="en-US"/>
              <a:t>Let Copilot analyze requirements, dependencies, and potential approaches.</a:t>
            </a:r>
          </a:p>
          <a:p>
            <a:pPr marL="285750" indent="-285750">
              <a:buFont typeface="Arial"/>
              <a:buChar char="•"/>
            </a:pPr>
            <a:r>
              <a:rPr lang="en-US"/>
              <a:t>Use /model to compare approaches and model capabilities.</a:t>
            </a:r>
          </a:p>
          <a:p>
            <a:pPr marL="285750" indent="-285750">
              <a:buFont typeface="Arial"/>
              <a:buChar char="•"/>
            </a:pPr>
            <a:r>
              <a:rPr lang="en-US"/>
              <a:t>Switch into autopilot when you're ready for Copilot to execute work with less manual interaction. </a:t>
            </a:r>
          </a:p>
          <a:p>
            <a:pPr marL="285750" indent="-285750">
              <a:buFont typeface="Arial"/>
              <a:buChar char="•"/>
            </a:pPr>
            <a:r>
              <a:rPr lang="en-US"/>
              <a:t>The developer defines the goal while Copilot helps plan and execute the implementation.</a:t>
            </a:r>
          </a:p>
          <a:p>
            <a:pPr marL="285750" indent="-285750">
              <a:buFont typeface="Arial"/>
              <a:buChar char="•"/>
            </a:pPr>
            <a:endParaRPr lang="en-US">
              <a:ea typeface="Calibri" panose="020F0502020204030204"/>
              <a:cs typeface="Calibri" panose="020F0502020204030204"/>
            </a:endParaRPr>
          </a:p>
          <a:p>
            <a:r>
              <a:rPr lang="en-US" sz="1200" b="0" i="0" kern="1200">
                <a:solidFill>
                  <a:schemeClr val="tx1"/>
                </a:solidFill>
                <a:effectLst/>
                <a:latin typeface="+mn-lt"/>
                <a:ea typeface="+mn-ea"/>
                <a:cs typeface="+mn-cs"/>
              </a:rPr>
              <a:t>And when ready you can return to Interactive mode with </a:t>
            </a:r>
            <a:r>
              <a:rPr lang="en-US" sz="1200" b="0" i="0" kern="1200" err="1">
                <a:solidFill>
                  <a:schemeClr val="tx1"/>
                </a:solidFill>
                <a:effectLst/>
                <a:latin typeface="+mn-lt"/>
                <a:ea typeface="+mn-ea"/>
                <a:cs typeface="+mn-cs"/>
              </a:rPr>
              <a:t>Shift+Tab</a:t>
            </a:r>
            <a:r>
              <a:rPr lang="en-US" sz="1200" b="0" i="0" kern="1200">
                <a:solidFill>
                  <a:schemeClr val="tx1"/>
                </a:solidFill>
                <a:effectLst/>
                <a:latin typeface="+mn-lt"/>
                <a:ea typeface="+mn-ea"/>
                <a:cs typeface="+mn-cs"/>
              </a:rPr>
              <a:t>  or </a:t>
            </a:r>
            <a:r>
              <a:rPr lang="en-US"/>
              <a:t>go into</a:t>
            </a:r>
            <a:r>
              <a:rPr lang="en-US" sz="1200" b="0" i="0" kern="1200">
                <a:solidFill>
                  <a:schemeClr val="tx1"/>
                </a:solidFill>
                <a:effectLst/>
                <a:latin typeface="+mn-lt"/>
                <a:ea typeface="+mn-ea"/>
                <a:cs typeface="+mn-cs"/>
              </a:rPr>
              <a:t> autopilot mode when you want Copilot to carry the task forward without step-by-step approval.</a:t>
            </a:r>
            <a:endParaRPr lang="en-US">
              <a:ea typeface="Calibri" panose="020F0502020204030204"/>
              <a:cs typeface="Calibri" panose="020F0502020204030204"/>
            </a:endParaRPr>
          </a:p>
          <a:p>
            <a:br>
              <a:rPr lang="en-US">
                <a:cs typeface="+mn-lt"/>
              </a:rPr>
            </a:br>
            <a:endParaRPr lang="en-US" sz="1200" b="0" i="0" kern="1200">
              <a:solidFill>
                <a:schemeClr val="tx1"/>
              </a:solidFill>
              <a:effectLst/>
              <a:latin typeface="+mn-lt"/>
              <a:ea typeface="Calibri"/>
              <a:cs typeface="Calibri"/>
            </a:endParaRPr>
          </a:p>
        </p:txBody>
      </p:sp>
      <p:sp>
        <p:nvSpPr>
          <p:cNvPr id="4" name="Slide Number Placeholder 3">
            <a:extLst>
              <a:ext uri="{FF2B5EF4-FFF2-40B4-BE49-F238E27FC236}">
                <a16:creationId xmlns:a16="http://schemas.microsoft.com/office/drawing/2014/main" id="{D69643B8-E7CE-B625-ED69-E5857360AB35}"/>
              </a:ext>
            </a:extLst>
          </p:cNvPr>
          <p:cNvSpPr>
            <a:spLocks noGrp="1"/>
          </p:cNvSpPr>
          <p:nvPr>
            <p:ph type="sldNum" sz="quarter" idx="5"/>
          </p:nvPr>
        </p:nvSpPr>
        <p:spPr/>
        <p:txBody>
          <a:bodyPr/>
          <a:lstStyle/>
          <a:p>
            <a:fld id="{625C53A8-59A0-4A49-BAB4-A832A26A8EF5}" type="slidenum">
              <a:rPr lang="en-US" smtClean="0"/>
              <a:t>9</a:t>
            </a:fld>
            <a:endParaRPr lang="en-US"/>
          </a:p>
        </p:txBody>
      </p:sp>
    </p:spTree>
    <p:extLst>
      <p:ext uri="{BB962C8B-B14F-4D97-AF65-F5344CB8AC3E}">
        <p14:creationId xmlns:p14="http://schemas.microsoft.com/office/powerpoint/2010/main" val="3575043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104C4-80ED-FBF7-3FA9-ACDFB3AA8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CB5DC-CB7A-6EE0-0344-7EF2EB27B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559DC-F1D9-8692-31C5-6D022A3AEB29}"/>
              </a:ext>
            </a:extLst>
          </p:cNvPr>
          <p:cNvSpPr>
            <a:spLocks noGrp="1"/>
          </p:cNvSpPr>
          <p:nvPr>
            <p:ph type="body" idx="1"/>
          </p:nvPr>
        </p:nvSpPr>
        <p:spPr/>
        <p:txBody>
          <a:bodyPr/>
          <a:lstStyle/>
          <a:p>
            <a:r>
              <a:rPr lang="en-US" sz="1200" b="0" i="0" kern="1200">
                <a:solidFill>
                  <a:schemeClr val="tx1"/>
                </a:solidFill>
                <a:effectLst/>
                <a:latin typeface="+mn-lt"/>
                <a:ea typeface="+mn-ea"/>
                <a:cs typeface="+mn-cs"/>
              </a:rPr>
              <a:t>Now that we know about modes, let’s talk about shaping the behavior of how the agent works. </a:t>
            </a:r>
            <a:br>
              <a:rPr lang="en-US" sz="1200" b="0" i="0" kern="1200">
                <a:effectLst/>
                <a:cs typeface="+mn-lt"/>
              </a:rPr>
            </a:br>
            <a:br>
              <a:rPr lang="en-US" sz="1200" b="0" i="0" kern="1200">
                <a:effectLst/>
                <a:cs typeface="+mn-lt"/>
              </a:rPr>
            </a:br>
            <a:r>
              <a:rPr lang="en-US" sz="1200" b="0" i="0" kern="1200">
                <a:solidFill>
                  <a:schemeClr val="tx1"/>
                </a:solidFill>
                <a:effectLst/>
                <a:latin typeface="+mn-lt"/>
                <a:ea typeface="+mn-ea"/>
                <a:cs typeface="+mn-cs"/>
              </a:rPr>
              <a:t>The industry standards of AGENTS.md and custom instructions allow you to define </a:t>
            </a:r>
            <a:r>
              <a:rPr lang="en-US"/>
              <a:t>best practices</a:t>
            </a:r>
            <a:r>
              <a:rPr lang="en-US" sz="1200" b="0" i="0" kern="1200">
                <a:solidFill>
                  <a:schemeClr val="tx1"/>
                </a:solidFill>
                <a:effectLst/>
                <a:latin typeface="+mn-lt"/>
                <a:ea typeface="+mn-ea"/>
                <a:cs typeface="+mn-cs"/>
              </a:rPr>
              <a:t> and coding conventions that the agent will use with every request.</a:t>
            </a:r>
            <a:br>
              <a:rPr lang="en-US" sz="1200" b="0" i="0" kern="1200">
                <a:effectLst/>
                <a:cs typeface="+mn-lt"/>
              </a:rPr>
            </a:br>
            <a:br>
              <a:rPr lang="en-US" sz="1200" b="0" i="0" kern="1200">
                <a:effectLst/>
                <a:cs typeface="+mn-lt"/>
              </a:rPr>
            </a:br>
            <a:r>
              <a:rPr lang="en-US" sz="1200" b="0" i="0" kern="1200">
                <a:solidFill>
                  <a:schemeClr val="tx1"/>
                </a:solidFill>
                <a:effectLst/>
                <a:latin typeface="+mn-lt"/>
                <a:ea typeface="+mn-ea"/>
                <a:cs typeface="+mn-cs"/>
              </a:rPr>
              <a:t>Use Agent Skills to define custom instructions and tool access that get called on demand to do specific work, like </a:t>
            </a:r>
            <a:r>
              <a:rPr lang="en-US"/>
              <a:t>frontend</a:t>
            </a:r>
            <a:r>
              <a:rPr lang="en-US" sz="1200" b="0" i="0" kern="1200">
                <a:solidFill>
                  <a:schemeClr val="tx1"/>
                </a:solidFill>
                <a:effectLst/>
                <a:latin typeface="+mn-lt"/>
                <a:ea typeface="+mn-ea"/>
                <a:cs typeface="+mn-cs"/>
              </a:rPr>
              <a:t> design or accessibility, this way behavior stays consistent across models, sessions, and delegated work.</a:t>
            </a:r>
          </a:p>
          <a:p>
            <a:pPr marL="285750" indent="-285750">
              <a:buFont typeface="Arial"/>
              <a:buChar char="•"/>
            </a:pPr>
            <a:endParaRPr lang="en-US"/>
          </a:p>
          <a:p>
            <a:pPr marL="0" indent="0">
              <a:buFont typeface="Arial"/>
              <a:buNone/>
            </a:pPr>
            <a:r>
              <a:rPr lang="en-US"/>
              <a:t>In addition, you can create and specialized agents for exploration, code reviews, task execution, or complex reasoning. </a:t>
            </a:r>
          </a:p>
          <a:p>
            <a:pPr marL="285750" indent="-285750">
              <a:buFont typeface="Arial"/>
              <a:buChar char="•"/>
            </a:pPr>
            <a:r>
              <a:rPr lang="en-US"/>
              <a:t>This means you can create custom agents tailored to your team's workflows, standards, and processes.</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D09866BE-9AB1-0802-F0EC-B6B4F3B60BA3}"/>
              </a:ext>
            </a:extLst>
          </p:cNvPr>
          <p:cNvSpPr>
            <a:spLocks noGrp="1"/>
          </p:cNvSpPr>
          <p:nvPr>
            <p:ph type="sldNum" sz="quarter" idx="5"/>
          </p:nvPr>
        </p:nvSpPr>
        <p:spPr/>
        <p:txBody>
          <a:bodyPr/>
          <a:lstStyle/>
          <a:p>
            <a:fld id="{625C53A8-59A0-4A49-BAB4-A832A26A8EF5}" type="slidenum">
              <a:rPr lang="en-US" smtClean="0"/>
              <a:t>10</a:t>
            </a:fld>
            <a:endParaRPr lang="en-US"/>
          </a:p>
        </p:txBody>
      </p:sp>
    </p:spTree>
    <p:extLst>
      <p:ext uri="{BB962C8B-B14F-4D97-AF65-F5344CB8AC3E}">
        <p14:creationId xmlns:p14="http://schemas.microsoft.com/office/powerpoint/2010/main" val="4131754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Built on GitHub’s native integration, Copilot can search issues, analyze labels and activity, and summarize scope so you can move from backlog to implementation without context hunting.</a:t>
            </a:r>
          </a:p>
          <a:p>
            <a:pPr marL="171450" indent="-171450">
              <a:buFont typeface="Arial"/>
              <a:buChar char="•"/>
            </a:pPr>
            <a:r>
              <a:rPr lang="en-US"/>
              <a:t>Access GitHub issues and project context directly from the terminal.</a:t>
            </a:r>
          </a:p>
          <a:p>
            <a:pPr marL="171450" indent="-171450">
              <a:buFont typeface="Arial"/>
              <a:buChar char="•"/>
            </a:pPr>
            <a:r>
              <a:rPr lang="en-US"/>
              <a:t>Move from backlog to implementation without switching between GitHub, the browser, and your IDE. </a:t>
            </a:r>
          </a:p>
          <a:p>
            <a:pPr marL="171450" indent="-171450">
              <a:buFont typeface="Arial"/>
              <a:buChar char="•"/>
            </a:pPr>
            <a:r>
              <a:rPr lang="en-US"/>
              <a:t>Stay in flow by bringing issue context directly into the coding experience.</a:t>
            </a:r>
          </a:p>
          <a:p>
            <a:pPr marL="171450" indent="-171450">
              <a:buFont typeface="Arial"/>
              <a:buChar char="•"/>
            </a:pPr>
            <a:endParaRPr lang="en-US"/>
          </a:p>
          <a:p>
            <a:r>
              <a:rPr lang="en-US"/>
              <a:t>This is powered by the GitHub MCP (Model Context Protocol) server built in, but you can always extend Copilot with your own MCP servers such as Azure, </a:t>
            </a:r>
            <a:r>
              <a:rPr lang="en-US" err="1"/>
              <a:t>Supabase</a:t>
            </a:r>
            <a:r>
              <a:rPr lang="en-US"/>
              <a:t>, Microsoft Learn, and more to add more tools to your toolbox.  </a:t>
            </a:r>
            <a:endParaRPr lang="en-US">
              <a:ea typeface="Calibri"/>
              <a:cs typeface="Calibri"/>
            </a:endParaRPr>
          </a:p>
          <a:p>
            <a:endParaRPr lang="en-US">
              <a:ea typeface="Calibri"/>
              <a:cs typeface="Calibri"/>
            </a:endParaRPr>
          </a:p>
          <a:p>
            <a:r>
              <a:rPr lang="en-US"/>
              <a:t>For an easier way to view your sessions, </a:t>
            </a:r>
            <a:r>
              <a:rPr lang="en-US" err="1"/>
              <a:t>gists</a:t>
            </a:r>
            <a:r>
              <a:rPr lang="en-US"/>
              <a:t>, issues, and PRs, simply use the tabs at the top of your screen. Press Tab to move between the tabs. Highlight an issue or pull request and press c to drop a reference to it into your prompt, then ask Copilot to investigate, fix, comment on, or review it. Press o to open the highlighted item on GitHub in your browser, or press / on the </a:t>
            </a:r>
            <a:r>
              <a:rPr lang="en-US" b="1"/>
              <a:t>Issues</a:t>
            </a:r>
            <a:r>
              <a:rPr lang="en-US"/>
              <a:t> or </a:t>
            </a:r>
            <a:r>
              <a:rPr lang="en-US" b="1"/>
              <a:t>Pull requests</a:t>
            </a:r>
            <a:r>
              <a:rPr lang="en-US"/>
              <a:t> tab to search GitHub with your own query.</a:t>
            </a:r>
            <a:endParaRPr lang="en-US">
              <a:solidFill>
                <a:srgbClr val="444444"/>
              </a:solidFill>
            </a:endParaRPr>
          </a:p>
          <a:p>
            <a:endParaRPr lang="en-US">
              <a:solidFill>
                <a:srgbClr val="444444"/>
              </a:solidFill>
            </a:endParaRPr>
          </a:p>
          <a:p>
            <a:r>
              <a:rPr lang="en-US"/>
              <a:t>You can also click a tab with your mouse to switch to it. From your settings, you can reorder, hide, or turn off the tab bar entirely.</a:t>
            </a:r>
            <a:endParaRPr lang="en-US">
              <a:solidFill>
                <a:srgbClr val="444444"/>
              </a:solidFill>
            </a:endParaRPr>
          </a:p>
          <a:p>
            <a:endParaRPr lang="en-US">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625C53A8-59A0-4A49-BAB4-A832A26A8EF5}"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CD8CF-657C-221F-0378-EFE6AFC45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041E9-C7D2-2A72-40C6-DC6DA8161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95D2D-34D7-5DCF-B2FB-F61629DC8421}"/>
              </a:ext>
            </a:extLst>
          </p:cNvPr>
          <p:cNvSpPr>
            <a:spLocks noGrp="1"/>
          </p:cNvSpPr>
          <p:nvPr>
            <p:ph type="body" idx="1"/>
          </p:nvPr>
        </p:nvSpPr>
        <p:spPr/>
        <p:txBody>
          <a:bodyPr/>
          <a:lstStyle/>
          <a:p>
            <a:r>
              <a:rPr lang="en-US" sz="1200" b="0" i="0" kern="1200">
                <a:solidFill>
                  <a:schemeClr val="tx1"/>
                </a:solidFill>
                <a:effectLst/>
                <a:latin typeface="+mn-lt"/>
                <a:ea typeface="+mn-ea"/>
                <a:cs typeface="+mn-cs"/>
              </a:rPr>
              <a:t>Want to have work done remotely in the cloud? The GitHub Copilot cloud agent integration with /delegate has you covered. </a:t>
            </a:r>
          </a:p>
          <a:p>
            <a:endParaRPr lang="en-US" sz="1200" b="0" i="0" kern="1200">
              <a:solidFill>
                <a:schemeClr val="tx1"/>
              </a:solidFill>
              <a:effectLst/>
              <a:latin typeface="+mn-lt"/>
              <a:ea typeface="+mn-ea"/>
              <a:cs typeface="+mn-cs"/>
            </a:endParaRPr>
          </a:p>
          <a:p>
            <a:pPr marL="285750" indent="-285750">
              <a:buFont typeface="Arial"/>
              <a:buChar char="•"/>
            </a:pPr>
            <a:r>
              <a:rPr lang="en-US"/>
              <a:t>Delegate engineering work at any time directly to the Copilot cloud agent. </a:t>
            </a:r>
          </a:p>
          <a:p>
            <a:pPr marL="285750" indent="-285750">
              <a:buFont typeface="Arial"/>
              <a:buChar char="•"/>
            </a:pPr>
            <a:r>
              <a:rPr lang="en-US"/>
              <a:t>Copilot can create a branch, implement changes, and open a draft pull request in the cloud for you.</a:t>
            </a:r>
          </a:p>
          <a:p>
            <a:pPr marL="285750" indent="-285750">
              <a:buFont typeface="Arial"/>
              <a:buChar char="•"/>
            </a:pPr>
            <a:r>
              <a:rPr lang="en-US"/>
              <a:t>Continue working while the agent completes tasks in the background. </a:t>
            </a:r>
          </a:p>
          <a:p>
            <a:pPr marL="0" indent="0">
              <a:buFont typeface="Arial"/>
              <a:buNone/>
            </a:pPr>
            <a:endParaRPr lang="en-US">
              <a:ea typeface="Calibri"/>
              <a:cs typeface="Calibri"/>
            </a:endParaRPr>
          </a:p>
          <a:p>
            <a:pPr marL="0" indent="0">
              <a:buFont typeface="Arial"/>
              <a:buNone/>
            </a:pPr>
            <a:r>
              <a:rPr lang="en-US">
                <a:ea typeface="Calibri"/>
                <a:cs typeface="Calibri"/>
              </a:rPr>
              <a:t>And at any time, you can u</a:t>
            </a:r>
            <a:r>
              <a:rPr lang="en-US"/>
              <a:t>se /diff and PR reviews to inspect and validate generated changes. </a:t>
            </a:r>
          </a:p>
          <a:p>
            <a:pPr marL="0" indent="0">
              <a:buFont typeface="Arial"/>
              <a:buNone/>
            </a:pPr>
            <a:endParaRPr lang="en-US">
              <a:ea typeface="Calibri"/>
              <a:cs typeface="Calibri"/>
            </a:endParaRPr>
          </a:p>
        </p:txBody>
      </p:sp>
      <p:sp>
        <p:nvSpPr>
          <p:cNvPr id="4" name="Slide Number Placeholder 3">
            <a:extLst>
              <a:ext uri="{FF2B5EF4-FFF2-40B4-BE49-F238E27FC236}">
                <a16:creationId xmlns:a16="http://schemas.microsoft.com/office/drawing/2014/main" id="{EEE59096-03C2-BA8A-DB48-B4CD81D1AFAE}"/>
              </a:ext>
            </a:extLst>
          </p:cNvPr>
          <p:cNvSpPr>
            <a:spLocks noGrp="1"/>
          </p:cNvSpPr>
          <p:nvPr>
            <p:ph type="sldNum" sz="quarter" idx="5"/>
          </p:nvPr>
        </p:nvSpPr>
        <p:spPr/>
        <p:txBody>
          <a:bodyPr/>
          <a:lstStyle/>
          <a:p>
            <a:fld id="{625C53A8-59A0-4A49-BAB4-A832A26A8EF5}" type="slidenum">
              <a:rPr lang="en-US" smtClean="0"/>
              <a:t>12</a:t>
            </a:fld>
            <a:endParaRPr lang="en-US"/>
          </a:p>
        </p:txBody>
      </p:sp>
    </p:spTree>
    <p:extLst>
      <p:ext uri="{BB962C8B-B14F-4D97-AF65-F5344CB8AC3E}">
        <p14:creationId xmlns:p14="http://schemas.microsoft.com/office/powerpoint/2010/main" val="4096568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D3B92-2343-A405-08ED-C87F5B6CE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2F9F1-CD10-E2C6-83A4-E0DB854DB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7576AB-FF49-29B7-469A-4180C1E71A1D}"/>
              </a:ext>
            </a:extLst>
          </p:cNvPr>
          <p:cNvSpPr>
            <a:spLocks noGrp="1"/>
          </p:cNvSpPr>
          <p:nvPr>
            <p:ph type="body" idx="1"/>
          </p:nvPr>
        </p:nvSpPr>
        <p:spPr/>
        <p:txBody>
          <a:bodyPr/>
          <a:lstStyle/>
          <a:p>
            <a:r>
              <a:rPr lang="en-US" sz="1200" b="0" i="0" kern="1200">
                <a:solidFill>
                  <a:schemeClr val="tx1"/>
                </a:solidFill>
                <a:effectLst/>
                <a:latin typeface="+mn-lt"/>
                <a:ea typeface="+mn-ea"/>
                <a:cs typeface="+mn-cs"/>
              </a:rPr>
              <a:t>Need access to the CLI and your machine from ANYWHERE in the world? /remote has you covered.</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Start in the terminal, then monitor, steer, and merge from GitHub.com or your phone.</a:t>
            </a:r>
          </a:p>
          <a:p>
            <a:pPr marL="285750" indent="-285750">
              <a:buFont typeface="Arial"/>
              <a:buChar char="•"/>
            </a:pPr>
            <a:r>
              <a:rPr lang="en-US"/>
              <a:t>Start a Copilot CLI session on your workstation and monitor it from anywhere. </a:t>
            </a:r>
          </a:p>
          <a:p>
            <a:pPr marL="285750" indent="-285750">
              <a:buFont typeface="Arial"/>
              <a:buChar char="•"/>
            </a:pPr>
            <a:r>
              <a:rPr lang="en-US"/>
              <a:t>Use /remote to access and steer a running session from GitHub.com or GitHub Mobile.</a:t>
            </a:r>
          </a:p>
          <a:p>
            <a:pPr marL="285750" indent="-285750">
              <a:buFont typeface="Arial"/>
              <a:buChar char="•"/>
            </a:pPr>
            <a:r>
              <a:rPr lang="en-US"/>
              <a:t>Review output, respond to prompts, and approve permissions remotely.</a:t>
            </a:r>
          </a:p>
          <a:p>
            <a:pPr marL="285750" indent="-285750">
              <a:buFont typeface="Arial"/>
              <a:buChar char="•"/>
            </a:pPr>
            <a:r>
              <a:rPr lang="en-US"/>
              <a:t>Ideal for long-running tasks when you're away from your machine.</a:t>
            </a:r>
          </a:p>
          <a:p>
            <a:pPr marL="285750" indent="-285750">
              <a:buFont typeface="Arial"/>
              <a:buChar char="•"/>
            </a:pPr>
            <a:r>
              <a:rPr lang="en-US"/>
              <a:t>The work continues on the original machine while you interact through a remote control interface. </a:t>
            </a:r>
            <a:endParaRPr lang="en-US">
              <a:ea typeface="Calibri"/>
              <a:cs typeface="Calibri"/>
            </a:endParaRPr>
          </a:p>
        </p:txBody>
      </p:sp>
      <p:sp>
        <p:nvSpPr>
          <p:cNvPr id="4" name="Slide Number Placeholder 3">
            <a:extLst>
              <a:ext uri="{FF2B5EF4-FFF2-40B4-BE49-F238E27FC236}">
                <a16:creationId xmlns:a16="http://schemas.microsoft.com/office/drawing/2014/main" id="{4D3AD662-53CF-6C6B-C8B2-B5BFD6C6E5B2}"/>
              </a:ext>
            </a:extLst>
          </p:cNvPr>
          <p:cNvSpPr>
            <a:spLocks noGrp="1"/>
          </p:cNvSpPr>
          <p:nvPr>
            <p:ph type="sldNum" sz="quarter" idx="5"/>
          </p:nvPr>
        </p:nvSpPr>
        <p:spPr/>
        <p:txBody>
          <a:bodyPr/>
          <a:lstStyle/>
          <a:p>
            <a:fld id="{625C53A8-59A0-4A49-BAB4-A832A26A8EF5}" type="slidenum">
              <a:rPr lang="en-US" smtClean="0"/>
              <a:t>13</a:t>
            </a:fld>
            <a:endParaRPr lang="en-US"/>
          </a:p>
        </p:txBody>
      </p:sp>
    </p:spTree>
    <p:extLst>
      <p:ext uri="{BB962C8B-B14F-4D97-AF65-F5344CB8AC3E}">
        <p14:creationId xmlns:p14="http://schemas.microsoft.com/office/powerpoint/2010/main" val="2658207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CLI also has powerful context awareness it has this concept of infinite sessions which means you never really have to worry about the context it automatically managed it for you at anytime you can say slash context to visualize the current context and where things are at or do you compact to automatically compact and summarize the current context but because of infinite sessions it does it for you automatically</a:t>
            </a:r>
          </a:p>
        </p:txBody>
      </p:sp>
      <p:sp>
        <p:nvSpPr>
          <p:cNvPr id="4" name="Slide Number Placeholder 3"/>
          <p:cNvSpPr>
            <a:spLocks noGrp="1"/>
          </p:cNvSpPr>
          <p:nvPr>
            <p:ph type="sldNum" sz="quarter" idx="5"/>
          </p:nvPr>
        </p:nvSpPr>
        <p:spPr/>
        <p:txBody>
          <a:bodyPr/>
          <a:lstStyle/>
          <a:p>
            <a:fld id="{813E318D-D634-447D-804D-1A35DED75EBD}" type="slidenum">
              <a:rPr lang="en-US" smtClean="0"/>
              <a:t>14</a:t>
            </a:fld>
            <a:endParaRPr lang="en-US"/>
          </a:p>
        </p:txBody>
      </p:sp>
    </p:spTree>
    <p:extLst>
      <p:ext uri="{BB962C8B-B14F-4D97-AF65-F5344CB8AC3E}">
        <p14:creationId xmlns:p14="http://schemas.microsoft.com/office/powerpoint/2010/main" val="2358129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43190-91E5-C1A6-DA16-B4D6E2C33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D76E8-1CF2-0F0B-2377-744BCC2A3B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A5872-E7B6-6042-D073-7C9F4B5C2881}"/>
              </a:ext>
            </a:extLst>
          </p:cNvPr>
          <p:cNvSpPr>
            <a:spLocks noGrp="1"/>
          </p:cNvSpPr>
          <p:nvPr>
            <p:ph type="body" idx="1"/>
          </p:nvPr>
        </p:nvSpPr>
        <p:spPr/>
        <p:txBody>
          <a:bodyPr/>
          <a:lstStyle/>
          <a:p>
            <a:r>
              <a:rPr lang="en-US"/>
              <a:t>Copilot CLI also gives you flexibility in which AI model powers your session. Use slash model to browse and select from models across Microsoft, Anthropic, OpenAI, Google, Moonshot AI, and other providers. If you have a preferred provider or model, you can also bring your own key. And slash rubber-duck is a useful way to get a fresh second opinion: it runs a code review with a different AI model rather than asking the same model to review its own work.</a:t>
            </a:r>
          </a:p>
          <a:p>
            <a:endParaRPr lang="en-US">
              <a:ea typeface="Calibri"/>
              <a:cs typeface="Calibri"/>
            </a:endParaRPr>
          </a:p>
          <a:p>
            <a:r>
              <a:rPr lang="en-US">
                <a:ea typeface="Calibri"/>
                <a:cs typeface="Calibri"/>
              </a:rPr>
              <a:t>Note: different Copilot subscriptions have access to different models.</a:t>
            </a:r>
          </a:p>
        </p:txBody>
      </p:sp>
      <p:sp>
        <p:nvSpPr>
          <p:cNvPr id="4" name="Slide Number Placeholder 3">
            <a:extLst>
              <a:ext uri="{FF2B5EF4-FFF2-40B4-BE49-F238E27FC236}">
                <a16:creationId xmlns:a16="http://schemas.microsoft.com/office/drawing/2014/main" id="{A04097C8-F0EC-BDD9-E2A6-61F758228C24}"/>
              </a:ext>
            </a:extLst>
          </p:cNvPr>
          <p:cNvSpPr>
            <a:spLocks noGrp="1"/>
          </p:cNvSpPr>
          <p:nvPr>
            <p:ph type="sldNum" sz="quarter" idx="5"/>
          </p:nvPr>
        </p:nvSpPr>
        <p:spPr/>
        <p:txBody>
          <a:bodyPr/>
          <a:lstStyle/>
          <a:p>
            <a:fld id="{813E318D-D634-447D-804D-1A35DED75EBD}" type="slidenum">
              <a:rPr lang="en-US" smtClean="0"/>
              <a:t>15</a:t>
            </a:fld>
            <a:endParaRPr lang="en-US"/>
          </a:p>
        </p:txBody>
      </p:sp>
    </p:spTree>
    <p:extLst>
      <p:ext uri="{BB962C8B-B14F-4D97-AF65-F5344CB8AC3E}">
        <p14:creationId xmlns:p14="http://schemas.microsoft.com/office/powerpoint/2010/main" val="1435884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Another thing that you can do is specifically mention code files that you may want to be working on directly inside of a specific prompt and you can even give it images by dragging and dropping it or pasting it in directly into the CLI and then it can use vision API to understand that image and of course it can read those files directly it’s a nice way to guide the agent into what you need to have done</a:t>
            </a:r>
          </a:p>
        </p:txBody>
      </p:sp>
      <p:sp>
        <p:nvSpPr>
          <p:cNvPr id="4" name="Slide Number Placeholder 3"/>
          <p:cNvSpPr>
            <a:spLocks noGrp="1"/>
          </p:cNvSpPr>
          <p:nvPr>
            <p:ph type="sldNum" sz="quarter" idx="5"/>
          </p:nvPr>
        </p:nvSpPr>
        <p:spPr/>
        <p:txBody>
          <a:bodyPr/>
          <a:lstStyle/>
          <a:p>
            <a:fld id="{813E318D-D634-447D-804D-1A35DED75EBD}" type="slidenum">
              <a:rPr lang="en-US" smtClean="0"/>
              <a:t>16</a:t>
            </a:fld>
            <a:endParaRPr lang="en-US"/>
          </a:p>
        </p:txBody>
      </p:sp>
    </p:spTree>
    <p:extLst>
      <p:ext uri="{BB962C8B-B14F-4D97-AF65-F5344CB8AC3E}">
        <p14:creationId xmlns:p14="http://schemas.microsoft.com/office/powerpoint/2010/main" val="2988554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last thing I want to talk about too is that you can be running multiple parallel copilot sessions all at the same time you can have multiple slit tabs for example multiple terminals open you could be running in background task agents inside of VS Code either interactively or in the background or in any other IDE as well you can run all of these at the same time across multiple code bases and this is just scratching the surface of the CLI.</a:t>
            </a:r>
          </a:p>
        </p:txBody>
      </p:sp>
      <p:sp>
        <p:nvSpPr>
          <p:cNvPr id="4" name="Slide Number Placeholder 3"/>
          <p:cNvSpPr>
            <a:spLocks noGrp="1"/>
          </p:cNvSpPr>
          <p:nvPr>
            <p:ph type="sldNum" sz="quarter" idx="5"/>
          </p:nvPr>
        </p:nvSpPr>
        <p:spPr/>
        <p:txBody>
          <a:bodyPr/>
          <a:lstStyle/>
          <a:p>
            <a:fld id="{813E318D-D634-447D-804D-1A35DED75EBD}" type="slidenum">
              <a:rPr lang="en-US" smtClean="0"/>
              <a:t>17</a:t>
            </a:fld>
            <a:endParaRPr lang="en-US"/>
          </a:p>
        </p:txBody>
      </p:sp>
    </p:spTree>
    <p:extLst>
      <p:ext uri="{BB962C8B-B14F-4D97-AF65-F5344CB8AC3E}">
        <p14:creationId xmlns:p14="http://schemas.microsoft.com/office/powerpoint/2010/main" val="345773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Copilot CLI is available across Windows, Mac, and Linux. You can install it with common tools like </a:t>
            </a:r>
            <a:r>
              <a:rPr lang="en-US" err="1"/>
              <a:t>winget</a:t>
            </a:r>
            <a:r>
              <a:rPr lang="en-US"/>
              <a:t> or homebrew and of course you can install it with NPM as well.  Once you have it installed the CLI will automatically update or you can run copilot update and check for updates manually</a:t>
            </a:r>
          </a:p>
        </p:txBody>
      </p:sp>
      <p:sp>
        <p:nvSpPr>
          <p:cNvPr id="4" name="Slide Number Placeholder 3"/>
          <p:cNvSpPr>
            <a:spLocks noGrp="1"/>
          </p:cNvSpPr>
          <p:nvPr>
            <p:ph type="sldNum" sz="quarter" idx="5"/>
          </p:nvPr>
        </p:nvSpPr>
        <p:spPr/>
        <p:txBody>
          <a:bodyPr/>
          <a:lstStyle/>
          <a:p>
            <a:fld id="{813E318D-D634-447D-804D-1A35DED75EBD}" type="slidenum">
              <a:rPr lang="en-US" smtClean="0"/>
              <a:t>18</a:t>
            </a:fld>
            <a:endParaRPr lang="en-US"/>
          </a:p>
        </p:txBody>
      </p:sp>
    </p:spTree>
    <p:extLst>
      <p:ext uri="{BB962C8B-B14F-4D97-AF65-F5344CB8AC3E}">
        <p14:creationId xmlns:p14="http://schemas.microsoft.com/office/powerpoint/2010/main" val="156877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Let's go ahead and see it in action.</a:t>
            </a:r>
          </a:p>
        </p:txBody>
      </p:sp>
      <p:sp>
        <p:nvSpPr>
          <p:cNvPr id="4" name="Slide Number Placeholder 3"/>
          <p:cNvSpPr>
            <a:spLocks noGrp="1"/>
          </p:cNvSpPr>
          <p:nvPr>
            <p:ph type="sldNum" sz="quarter" idx="5"/>
          </p:nvPr>
        </p:nvSpPr>
        <p:spPr/>
        <p:txBody>
          <a:bodyPr/>
          <a:lstStyle/>
          <a:p>
            <a:fld id="{813E318D-D634-447D-804D-1A35DED75EBD}" type="slidenum">
              <a:rPr lang="en-US" smtClean="0"/>
              <a:t>19</a:t>
            </a:fld>
            <a:endParaRPr lang="en-US"/>
          </a:p>
        </p:txBody>
      </p:sp>
    </p:spTree>
    <p:extLst>
      <p:ext uri="{BB962C8B-B14F-4D97-AF65-F5344CB8AC3E}">
        <p14:creationId xmlns:p14="http://schemas.microsoft.com/office/powerpoint/2010/main" val="33386253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11FE1-3588-0118-F241-6A5060C93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97F53-07FF-31C3-EFD9-29C2230EB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6AD59-87E5-7B22-062B-BF121884858B}"/>
              </a:ext>
            </a:extLst>
          </p:cNvPr>
          <p:cNvSpPr>
            <a:spLocks noGrp="1"/>
          </p:cNvSpPr>
          <p:nvPr>
            <p:ph type="body" idx="1"/>
          </p:nvPr>
        </p:nvSpPr>
        <p:spPr/>
        <p:txBody>
          <a:bodyPr/>
          <a:lstStyle/>
          <a:p>
            <a:r>
              <a:rPr lang="en-US"/>
              <a:t>Encourage your attendees to provide their feedback on the event.</a:t>
            </a:r>
          </a:p>
        </p:txBody>
      </p:sp>
      <p:sp>
        <p:nvSpPr>
          <p:cNvPr id="4" name="Slide Number Placeholder 3">
            <a:extLst>
              <a:ext uri="{FF2B5EF4-FFF2-40B4-BE49-F238E27FC236}">
                <a16:creationId xmlns:a16="http://schemas.microsoft.com/office/drawing/2014/main" id="{ED419E9E-8C40-3D12-C5EA-0EB4BEE4F6D8}"/>
              </a:ext>
            </a:extLst>
          </p:cNvPr>
          <p:cNvSpPr>
            <a:spLocks noGrp="1"/>
          </p:cNvSpPr>
          <p:nvPr>
            <p:ph type="sldNum" sz="quarter" idx="5"/>
          </p:nvPr>
        </p:nvSpPr>
        <p:spPr/>
        <p:txBody>
          <a:bodyPr/>
          <a:lstStyle/>
          <a:p>
            <a:fld id="{813E318D-D634-447D-804D-1A35DED75EBD}" type="slidenum">
              <a:rPr lang="en-US" smtClean="0"/>
              <a:t>20</a:t>
            </a:fld>
            <a:endParaRPr lang="en-US"/>
          </a:p>
        </p:txBody>
      </p:sp>
    </p:spTree>
    <p:extLst>
      <p:ext uri="{BB962C8B-B14F-4D97-AF65-F5344CB8AC3E}">
        <p14:creationId xmlns:p14="http://schemas.microsoft.com/office/powerpoint/2010/main" val="1988972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Alright let's open it up for Q&amp;A.</a:t>
            </a:r>
          </a:p>
        </p:txBody>
      </p:sp>
      <p:sp>
        <p:nvSpPr>
          <p:cNvPr id="4" name="Slide Number Placeholder 3"/>
          <p:cNvSpPr>
            <a:spLocks noGrp="1"/>
          </p:cNvSpPr>
          <p:nvPr>
            <p:ph type="sldNum" sz="quarter" idx="5"/>
          </p:nvPr>
        </p:nvSpPr>
        <p:spPr/>
        <p:txBody>
          <a:bodyPr/>
          <a:lstStyle/>
          <a:p>
            <a:fld id="{813E318D-D634-447D-804D-1A35DED75EBD}" type="slidenum">
              <a:rPr lang="en-US" smtClean="0"/>
              <a:t>22</a:t>
            </a:fld>
            <a:endParaRPr lang="en-US"/>
          </a:p>
        </p:txBody>
      </p:sp>
    </p:spTree>
    <p:extLst>
      <p:ext uri="{BB962C8B-B14F-4D97-AF65-F5344CB8AC3E}">
        <p14:creationId xmlns:p14="http://schemas.microsoft.com/office/powerpoint/2010/main" val="2047424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ernal/Town Halls_Blan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162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Splash page - event logo">
    <p:bg>
      <p:bgPr>
        <a:solidFill>
          <a:srgbClr val="000000"/>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1FFF5AE7-693A-1EA1-448A-851073E1E86B}"/>
              </a:ext>
            </a:extLst>
          </p:cNvPr>
          <p:cNvSpPr>
            <a:spLocks noGrp="1"/>
          </p:cNvSpPr>
          <p:nvPr>
            <p:ph type="pic" sz="quarter" idx="10" hasCustomPrompt="1"/>
          </p:nvPr>
        </p:nvSpPr>
        <p:spPr>
          <a:xfrm>
            <a:off x="6096000" y="887157"/>
            <a:ext cx="5263744" cy="5083685"/>
          </a:xfrm>
          <a:prstGeom prst="roundRect">
            <a:avLst>
              <a:gd name="adj" fmla="val 2850"/>
            </a:avLst>
          </a:prstGeom>
          <a:noFill/>
          <a:ln>
            <a:solidFill>
              <a:schemeClr val="tx2"/>
            </a:solidFill>
          </a:ln>
          <a:effectLst>
            <a:outerShdw blurRad="226684" dist="365489" dir="5400000" algn="t" rotWithShape="0">
              <a:prstClr val="black">
                <a:alpha val="40000"/>
              </a:prstClr>
            </a:outerShdw>
          </a:effectLst>
        </p:spPr>
        <p:txBody>
          <a:bodyPr anchor="ctr"/>
          <a:lstStyle>
            <a:lvl1pPr algn="ctr">
              <a:defRPr sz="1800">
                <a:latin typeface="Aptos" pitchFamily="2" charset="77"/>
              </a:defRPr>
            </a:lvl1pPr>
          </a:lstStyle>
          <a:p>
            <a:r>
              <a:rPr lang="en-US"/>
              <a:t>Click to add an image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738765" y="4406716"/>
            <a:ext cx="443590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7" name="Text Placeholder 23">
            <a:extLst>
              <a:ext uri="{FF2B5EF4-FFF2-40B4-BE49-F238E27FC236}">
                <a16:creationId xmlns:a16="http://schemas.microsoft.com/office/drawing/2014/main" id="{9C4B9E08-03E4-3991-C992-D35CCFCE104B}"/>
              </a:ext>
            </a:extLst>
          </p:cNvPr>
          <p:cNvSpPr>
            <a:spLocks noGrp="1"/>
          </p:cNvSpPr>
          <p:nvPr>
            <p:ph type="body" sz="quarter" idx="30" hasCustomPrompt="1"/>
          </p:nvPr>
        </p:nvSpPr>
        <p:spPr>
          <a:xfrm>
            <a:off x="738767" y="1573760"/>
            <a:ext cx="4435906" cy="2685089"/>
          </a:xfrm>
          <a:prstGeom prst="rect">
            <a:avLst/>
          </a:prstGeom>
        </p:spPr>
        <p:txBody>
          <a:bodyPr anchor="t" anchorCtr="0">
            <a:noAutofit/>
          </a:bodyPr>
          <a:lstStyle>
            <a:lvl1pPr marL="0" indent="0" algn="l">
              <a:buNone/>
              <a:defRPr sz="36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that should be 10 words or less</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738765" y="887157"/>
            <a:ext cx="443590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Tree>
    <p:extLst>
      <p:ext uri="{BB962C8B-B14F-4D97-AF65-F5344CB8AC3E}">
        <p14:creationId xmlns:p14="http://schemas.microsoft.com/office/powerpoint/2010/main" val="60047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urity_Roadmap slide_1 feature">
    <p:bg>
      <p:bgPr>
        <a:solidFill>
          <a:schemeClr val="bg1"/>
        </a:solidFill>
        <a:effectLst/>
      </p:bgPr>
    </p:bg>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79C7943A-B90A-54C3-B112-3171A8FDB2FD}"/>
              </a:ext>
            </a:extLst>
          </p:cNvPr>
          <p:cNvSpPr>
            <a:spLocks noGrp="1"/>
          </p:cNvSpPr>
          <p:nvPr>
            <p:ph type="pic" sz="quarter" idx="32"/>
          </p:nvPr>
        </p:nvSpPr>
        <p:spPr>
          <a:xfrm>
            <a:off x="6088062" y="0"/>
            <a:ext cx="6103938" cy="6858000"/>
          </a:xfrm>
          <a:prstGeom prst="rect">
            <a:avLst/>
          </a:prstGeom>
        </p:spPr>
        <p:txBody>
          <a:bodyPr/>
          <a:lstStyle/>
          <a:p>
            <a:r>
              <a:rPr lang="en-US"/>
              <a:t>Click icon to add picture</a:t>
            </a:r>
          </a:p>
        </p:txBody>
      </p:sp>
      <p:sp>
        <p:nvSpPr>
          <p:cNvPr id="4" name="Text Placeholder 23">
            <a:extLst>
              <a:ext uri="{FF2B5EF4-FFF2-40B4-BE49-F238E27FC236}">
                <a16:creationId xmlns:a16="http://schemas.microsoft.com/office/drawing/2014/main" id="{5FBBC732-E702-3E6F-497C-7F29694D13F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6" name="Text Placeholder 23">
            <a:extLst>
              <a:ext uri="{FF2B5EF4-FFF2-40B4-BE49-F238E27FC236}">
                <a16:creationId xmlns:a16="http://schemas.microsoft.com/office/drawing/2014/main" id="{36049FF2-2512-15EC-0BC5-02E04BA2768C}"/>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7" name="Title 3">
            <a:extLst>
              <a:ext uri="{FF2B5EF4-FFF2-40B4-BE49-F238E27FC236}">
                <a16:creationId xmlns:a16="http://schemas.microsoft.com/office/drawing/2014/main" id="{70DE6B89-9C84-0073-FFF4-317627227D3A}"/>
              </a:ext>
            </a:extLst>
          </p:cNvPr>
          <p:cNvSpPr>
            <a:spLocks noGrp="1"/>
          </p:cNvSpPr>
          <p:nvPr>
            <p:ph type="title" hasCustomPrompt="1"/>
          </p:nvPr>
        </p:nvSpPr>
        <p:spPr>
          <a:xfrm>
            <a:off x="380678" y="1078522"/>
            <a:ext cx="5329526" cy="2860431"/>
          </a:xfrm>
          <a:prstGeom prst="rect">
            <a:avLst/>
          </a:prstGeom>
        </p:spPr>
        <p:txBody>
          <a:bodyPr anchor="t"/>
          <a:lstStyle>
            <a:lvl1pPr>
              <a:defRPr b="1" i="0">
                <a:solidFill>
                  <a:schemeClr val="tx1"/>
                </a:solidFill>
                <a:latin typeface="Aptos" pitchFamily="2" charset="77"/>
              </a:defRPr>
            </a:lvl1pPr>
          </a:lstStyle>
          <a:p>
            <a:r>
              <a:rPr lang="en-US"/>
              <a:t>The name of the new feature/tool</a:t>
            </a:r>
          </a:p>
        </p:txBody>
      </p:sp>
      <p:sp>
        <p:nvSpPr>
          <p:cNvPr id="9" name="Rectangle 8">
            <a:extLst>
              <a:ext uri="{FF2B5EF4-FFF2-40B4-BE49-F238E27FC236}">
                <a16:creationId xmlns:a16="http://schemas.microsoft.com/office/drawing/2014/main" id="{A6F09B9F-3FE4-6399-1385-FFD635ADD1DA}"/>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817D17F9-863A-DEA9-AD9D-B5963C46FDA4}"/>
              </a:ext>
            </a:extLst>
          </p:cNvPr>
          <p:cNvSpPr/>
          <p:nvPr/>
        </p:nvSpPr>
        <p:spPr>
          <a:xfrm>
            <a:off x="-6317174" y="1078345"/>
            <a:ext cx="2669164" cy="415936"/>
          </a:xfrm>
          <a:prstGeom prst="roundRect">
            <a:avLst>
              <a:gd name="adj" fmla="val 50000"/>
            </a:avLst>
          </a:prstGeom>
          <a:noFill/>
          <a:ln w="12700">
            <a:gradFill flip="none" rotWithShape="1">
              <a:gsLst>
                <a:gs pos="0">
                  <a:srgbClr val="8342FB"/>
                </a:gs>
                <a:gs pos="47000">
                  <a:srgbClr val="3194FF"/>
                </a:gs>
                <a:gs pos="100000">
                  <a:schemeClr val="accent3"/>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a:latin typeface="Aptos" pitchFamily="2" charset="77"/>
              </a:rPr>
              <a:t>       </a:t>
            </a:r>
            <a:r>
              <a:rPr lang="en-US" sz="1600">
                <a:latin typeface="Aptos" pitchFamily="2" charset="77"/>
              </a:rPr>
              <a:t>Copilot feature name</a:t>
            </a:r>
          </a:p>
        </p:txBody>
      </p:sp>
      <p:grpSp>
        <p:nvGrpSpPr>
          <p:cNvPr id="17" name="Google Shape;1693;p69">
            <a:extLst>
              <a:ext uri="{FF2B5EF4-FFF2-40B4-BE49-F238E27FC236}">
                <a16:creationId xmlns:a16="http://schemas.microsoft.com/office/drawing/2014/main" id="{90C9FAD5-5318-45E8-71B2-93F19CCC648E}"/>
              </a:ext>
            </a:extLst>
          </p:cNvPr>
          <p:cNvGrpSpPr/>
          <p:nvPr/>
        </p:nvGrpSpPr>
        <p:grpSpPr>
          <a:xfrm>
            <a:off x="-6166919" y="1201727"/>
            <a:ext cx="192384" cy="160586"/>
            <a:chOff x="690700" y="246575"/>
            <a:chExt cx="6228425" cy="5199000"/>
          </a:xfrm>
        </p:grpSpPr>
        <p:sp>
          <p:nvSpPr>
            <p:cNvPr id="18" name="Google Shape;1694;p69">
              <a:extLst>
                <a:ext uri="{FF2B5EF4-FFF2-40B4-BE49-F238E27FC236}">
                  <a16:creationId xmlns:a16="http://schemas.microsoft.com/office/drawing/2014/main" id="{9181ADA1-486B-A4ED-A80A-733E51A55A58}"/>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19" name="Google Shape;1695;p69">
              <a:extLst>
                <a:ext uri="{FF2B5EF4-FFF2-40B4-BE49-F238E27FC236}">
                  <a16:creationId xmlns:a16="http://schemas.microsoft.com/office/drawing/2014/main" id="{D2EB6D54-1D04-3426-1116-BD526BBF8BCE}"/>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20" name="Google Shape;1696;p69">
              <a:extLst>
                <a:ext uri="{FF2B5EF4-FFF2-40B4-BE49-F238E27FC236}">
                  <a16:creationId xmlns:a16="http://schemas.microsoft.com/office/drawing/2014/main" id="{9B8CA1D0-EE17-781A-D7C4-3837D25A133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grpSp>
      <p:sp>
        <p:nvSpPr>
          <p:cNvPr id="21" name="Text Placeholder 23">
            <a:extLst>
              <a:ext uri="{FF2B5EF4-FFF2-40B4-BE49-F238E27FC236}">
                <a16:creationId xmlns:a16="http://schemas.microsoft.com/office/drawing/2014/main" id="{681F3C19-4A00-5C21-68D9-AE3DB7F3C883}"/>
              </a:ext>
            </a:extLst>
          </p:cNvPr>
          <p:cNvSpPr txBox="1">
            <a:spLocks/>
          </p:cNvSpPr>
          <p:nvPr/>
        </p:nvSpPr>
        <p:spPr>
          <a:xfrm>
            <a:off x="-6355919" y="4899085"/>
            <a:ext cx="5329526" cy="1564127"/>
          </a:xfrm>
          <a:prstGeom prst="rect">
            <a:avLst/>
          </a:prstGeom>
        </p:spPr>
        <p:txBody>
          <a:bodyPr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rgbClr val="B6BFB8"/>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Supporting text if applicable. Keep it short and sweet.</a:t>
            </a:r>
          </a:p>
        </p:txBody>
      </p:sp>
      <p:sp>
        <p:nvSpPr>
          <p:cNvPr id="22" name="Text Placeholder 23">
            <a:extLst>
              <a:ext uri="{FF2B5EF4-FFF2-40B4-BE49-F238E27FC236}">
                <a16:creationId xmlns:a16="http://schemas.microsoft.com/office/drawing/2014/main" id="{C30760E8-5FE2-1485-13D4-2511792EDD61}"/>
              </a:ext>
            </a:extLst>
          </p:cNvPr>
          <p:cNvSpPr txBox="1">
            <a:spLocks/>
          </p:cNvSpPr>
          <p:nvPr/>
        </p:nvSpPr>
        <p:spPr>
          <a:xfrm>
            <a:off x="-6355919" y="394788"/>
            <a:ext cx="5329528" cy="538736"/>
          </a:xfrm>
          <a:prstGeom prst="rect">
            <a:avLst/>
          </a:prstGeom>
        </p:spPr>
        <p:txBody>
          <a:bodyPr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2"/>
                </a:solidFill>
              </a:rPr>
              <a:t>Beta / Coming soon </a:t>
            </a:r>
          </a:p>
        </p:txBody>
      </p:sp>
      <p:sp>
        <p:nvSpPr>
          <p:cNvPr id="23" name="Title 3">
            <a:extLst>
              <a:ext uri="{FF2B5EF4-FFF2-40B4-BE49-F238E27FC236}">
                <a16:creationId xmlns:a16="http://schemas.microsoft.com/office/drawing/2014/main" id="{89E16DA8-14E9-7B47-04BA-0D076C597EF0}"/>
              </a:ext>
            </a:extLst>
          </p:cNvPr>
          <p:cNvSpPr txBox="1">
            <a:spLocks/>
          </p:cNvSpPr>
          <p:nvPr/>
        </p:nvSpPr>
        <p:spPr>
          <a:xfrm>
            <a:off x="-6355919" y="1814384"/>
            <a:ext cx="5329526" cy="2860431"/>
          </a:xfrm>
          <a:prstGeom prst="rect">
            <a:avLst/>
          </a:prstGeom>
        </p:spPr>
        <p:txBody>
          <a:bodyPr/>
          <a:lst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a:lstStyle>
          <a:p>
            <a:r>
              <a:rPr lang="en-US"/>
              <a:t>A value prop in sentence case that is 12 words or less</a:t>
            </a:r>
          </a:p>
        </p:txBody>
      </p:sp>
      <p:sp>
        <p:nvSpPr>
          <p:cNvPr id="24" name="Rectangle 23">
            <a:extLst>
              <a:ext uri="{FF2B5EF4-FFF2-40B4-BE49-F238E27FC236}">
                <a16:creationId xmlns:a16="http://schemas.microsoft.com/office/drawing/2014/main" id="{38705596-F813-0C20-3648-BC8286CDA0A0}"/>
              </a:ext>
            </a:extLst>
          </p:cNvPr>
          <p:cNvSpPr/>
          <p:nvPr/>
        </p:nvSpPr>
        <p:spPr>
          <a:xfrm>
            <a:off x="-686937"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21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Locked">
    <p:bg>
      <p:bgPr>
        <a:solidFill>
          <a:srgbClr val="000000"/>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6F6C720-DF33-D17F-F413-FB11274DEF80}"/>
              </a:ext>
            </a:extLst>
          </p:cNvPr>
          <p:cNvSpPr/>
          <p:nvPr/>
        </p:nvSpPr>
        <p:spPr>
          <a:xfrm>
            <a:off x="-5221" y="-887828"/>
            <a:ext cx="914400" cy="457200"/>
          </a:xfrm>
          <a:prstGeom prst="roundRect">
            <a:avLst>
              <a:gd name="adj" fmla="val 50000"/>
            </a:avLst>
          </a:prstGeom>
          <a:solidFill>
            <a:srgbClr val="FF507A"/>
          </a:solidFill>
          <a:ln>
            <a:solidFill>
              <a:schemeClr val="tx2"/>
            </a:solidFill>
          </a:ln>
          <a:effectLst>
            <a:outerShdw blurRad="254000" dist="254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i="0">
                <a:solidFill>
                  <a:schemeClr val="tx1"/>
                </a:solidFill>
                <a:latin typeface="Aptos" pitchFamily="2" charset="77"/>
              </a:rPr>
              <a:t>Locked</a:t>
            </a:r>
          </a:p>
        </p:txBody>
      </p:sp>
      <p:pic>
        <p:nvPicPr>
          <p:cNvPr id="3" name="Picture 2">
            <a:extLst>
              <a:ext uri="{FF2B5EF4-FFF2-40B4-BE49-F238E27FC236}">
                <a16:creationId xmlns:a16="http://schemas.microsoft.com/office/drawing/2014/main" id="{7F89459C-3D23-DFF1-35FB-F4DBA62BC888}"/>
              </a:ext>
            </a:extLst>
          </p:cNvPr>
          <p:cNvPicPr/>
          <p:nvPr/>
        </p:nvPicPr>
        <p:blipFill>
          <a:blip r:embed="rId2" cstate="screen">
            <a:extLst>
              <a:ext uri="{28A0092B-C50C-407E-A947-70E740481C1C}">
                <a14:useLocalDpi xmlns:a14="http://schemas.microsoft.com/office/drawing/2010/main"/>
              </a:ext>
            </a:extLst>
          </a:blip>
          <a:stretch>
            <a:fillRect/>
          </a:stretch>
        </p:blipFill>
        <p:spPr>
          <a:xfrm>
            <a:off x="0" y="7148946"/>
            <a:ext cx="2660073" cy="177752"/>
          </a:xfrm>
          <a:prstGeom prst="rect">
            <a:avLst/>
          </a:prstGeom>
        </p:spPr>
      </p:pic>
      <p:sp>
        <p:nvSpPr>
          <p:cNvPr id="5" name="TextBox 4">
            <a:extLst>
              <a:ext uri="{FF2B5EF4-FFF2-40B4-BE49-F238E27FC236}">
                <a16:creationId xmlns:a16="http://schemas.microsoft.com/office/drawing/2014/main" id="{023DC181-FD35-DCFF-793A-2CC1A0FF3EC2}"/>
              </a:ext>
            </a:extLst>
          </p:cNvPr>
          <p:cNvSpPr txBox="1"/>
          <p:nvPr/>
        </p:nvSpPr>
        <p:spPr>
          <a:xfrm>
            <a:off x="6865257" y="7101159"/>
            <a:ext cx="5326743" cy="276999"/>
          </a:xfrm>
          <a:prstGeom prst="rect">
            <a:avLst/>
          </a:prstGeom>
          <a:noFill/>
        </p:spPr>
        <p:txBody>
          <a:bodyPr wrap="square" rtlCol="0">
            <a:spAutoFit/>
          </a:bodyPr>
          <a:lstStyle/>
          <a:p>
            <a:pPr algn="r"/>
            <a:r>
              <a:rPr lang="en-US" sz="1200">
                <a:latin typeface="Aptos" pitchFamily="2" charset="77"/>
              </a:rPr>
              <a:t>slide expiration _ TUES, NOV 26 2024</a:t>
            </a:r>
          </a:p>
        </p:txBody>
      </p:sp>
    </p:spTree>
    <p:extLst>
      <p:ext uri="{BB962C8B-B14F-4D97-AF65-F5344CB8AC3E}">
        <p14:creationId xmlns:p14="http://schemas.microsoft.com/office/powerpoint/2010/main" val="168947907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neral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491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I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341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vEx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3176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urity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03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ten words</a:t>
            </a:r>
          </a:p>
        </p:txBody>
      </p:sp>
    </p:spTree>
    <p:extLst>
      <p:ext uri="{BB962C8B-B14F-4D97-AF65-F5344CB8AC3E}">
        <p14:creationId xmlns:p14="http://schemas.microsoft.com/office/powerpoint/2010/main" val="15823819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pilot feature specific 1">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5DB9C4AF-D54B-2966-FD9E-8AD866CE4CA1}"/>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3" name="Text Placeholder 23">
            <a:extLst>
              <a:ext uri="{FF2B5EF4-FFF2-40B4-BE49-F238E27FC236}">
                <a16:creationId xmlns:a16="http://schemas.microsoft.com/office/drawing/2014/main" id="{EA5B5886-EA34-DAE8-50CF-0EFEF5F0187B}"/>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1" name="Rectangle 10">
            <a:extLst>
              <a:ext uri="{FF2B5EF4-FFF2-40B4-BE49-F238E27FC236}">
                <a16:creationId xmlns:a16="http://schemas.microsoft.com/office/drawing/2014/main" id="{6E2EF7E6-FBD4-9CAF-B4D5-F790303CD6A4}"/>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6088062" y="0"/>
            <a:ext cx="6103938" cy="6858000"/>
          </a:xfrm>
          <a:prstGeom prst="rect">
            <a:avLst/>
          </a:prstGeom>
          <a:gradFill>
            <a:gsLst>
              <a:gs pos="100000">
                <a:srgbClr val="8CF2A6"/>
              </a:gs>
              <a:gs pos="0">
                <a:srgbClr val="C16EFF"/>
              </a:gs>
              <a:gs pos="52000">
                <a:srgbClr val="3194FF"/>
              </a:gs>
            </a:gsLst>
            <a:lin ang="2700000" scaled="1"/>
          </a:gradFill>
        </p:spPr>
        <p:txBody>
          <a:bodyPr/>
          <a:lstStyle/>
          <a:p>
            <a:r>
              <a:rPr lang="en-US"/>
              <a:t>Click icon to add picture</a:t>
            </a:r>
          </a:p>
        </p:txBody>
      </p:sp>
      <p:sp>
        <p:nvSpPr>
          <p:cNvPr id="2" name="Text Placeholder 23">
            <a:extLst>
              <a:ext uri="{FF2B5EF4-FFF2-40B4-BE49-F238E27FC236}">
                <a16:creationId xmlns:a16="http://schemas.microsoft.com/office/drawing/2014/main" id="{6075BC0D-A378-EE4D-A90D-78FBF20D0574}"/>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3" name="Rectangle 2">
            <a:extLst>
              <a:ext uri="{FF2B5EF4-FFF2-40B4-BE49-F238E27FC236}">
                <a16:creationId xmlns:a16="http://schemas.microsoft.com/office/drawing/2014/main" id="{130AD247-D9D4-5E1F-D16C-22550DE423B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2572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opilot feature specific 3">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CE29818A-4EA9-A52C-46E9-8BA0AA870332}"/>
              </a:ext>
            </a:extLst>
          </p:cNvPr>
          <p:cNvSpPr/>
          <p:nvPr/>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21" name="Rectangle 20">
            <a:extLst>
              <a:ext uri="{FF2B5EF4-FFF2-40B4-BE49-F238E27FC236}">
                <a16:creationId xmlns:a16="http://schemas.microsoft.com/office/drawing/2014/main" id="{0F3B6736-5737-D701-0E58-0C9EB2DD4C76}"/>
              </a:ext>
            </a:extLst>
          </p:cNvPr>
          <p:cNvSpPr/>
          <p:nvPr/>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DAB439ED-7498-1CDD-489D-2D06C8A093C4}"/>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4" name="Text Placeholder 23">
            <a:extLst>
              <a:ext uri="{FF2B5EF4-FFF2-40B4-BE49-F238E27FC236}">
                <a16:creationId xmlns:a16="http://schemas.microsoft.com/office/drawing/2014/main" id="{57A727C7-5F13-A52A-4A2C-7FC2467078EF}"/>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3" name="Rounded Rectangle 2">
            <a:extLst>
              <a:ext uri="{FF2B5EF4-FFF2-40B4-BE49-F238E27FC236}">
                <a16:creationId xmlns:a16="http://schemas.microsoft.com/office/drawing/2014/main" id="{FAA5322E-CB77-3341-553B-E9D7226E3C07}"/>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5" name="Rectangle 4">
            <a:extLst>
              <a:ext uri="{FF2B5EF4-FFF2-40B4-BE49-F238E27FC236}">
                <a16:creationId xmlns:a16="http://schemas.microsoft.com/office/drawing/2014/main" id="{002C702E-5817-7BF0-B0F9-A0E1BAECBFB5}"/>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3341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urity feature specific 2">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0" y="0"/>
            <a:ext cx="6103938" cy="6858000"/>
          </a:xfrm>
          <a:prstGeom prst="rect">
            <a:avLst/>
          </a:prstGeom>
          <a:gradFill>
            <a:gsLst>
              <a:gs pos="100000">
                <a:srgbClr val="9EECFF"/>
              </a:gs>
              <a:gs pos="0">
                <a:srgbClr val="3194FF"/>
              </a:gs>
            </a:gsLst>
            <a:lin ang="2700000" scaled="1"/>
          </a:gradFill>
        </p:spPr>
        <p:txBody>
          <a:bodyPr/>
          <a:lstStyle/>
          <a:p>
            <a:r>
              <a:rPr lang="en-US"/>
              <a:t>Click icon to add picture</a:t>
            </a:r>
          </a:p>
        </p:txBody>
      </p:sp>
      <p:sp>
        <p:nvSpPr>
          <p:cNvPr id="7" name="Rectangle 6">
            <a:extLst>
              <a:ext uri="{FF2B5EF4-FFF2-40B4-BE49-F238E27FC236}">
                <a16:creationId xmlns:a16="http://schemas.microsoft.com/office/drawing/2014/main" id="{7A362230-C912-A080-0D76-BAD92A2A4CBE}"/>
              </a:ext>
            </a:extLst>
          </p:cNvPr>
          <p:cNvSpPr/>
          <p:nvPr/>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B30DED90-C8A1-712C-7287-27FF7BF3A153}"/>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1" name="Text Placeholder 23">
            <a:extLst>
              <a:ext uri="{FF2B5EF4-FFF2-40B4-BE49-F238E27FC236}">
                <a16:creationId xmlns:a16="http://schemas.microsoft.com/office/drawing/2014/main" id="{19F1A0AB-79B7-AB7D-46CD-5F3E3DE389B2}"/>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3" name="Text Placeholder 23">
            <a:extLst>
              <a:ext uri="{FF2B5EF4-FFF2-40B4-BE49-F238E27FC236}">
                <a16:creationId xmlns:a16="http://schemas.microsoft.com/office/drawing/2014/main" id="{55B49007-0D35-3B56-802C-A03CE7C08D12}"/>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3381925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terprise feature specific 1">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6088062" y="0"/>
            <a:ext cx="6103938" cy="6858000"/>
          </a:xfrm>
          <a:prstGeom prst="rect">
            <a:avLst/>
          </a:prstGeom>
          <a:gradFill>
            <a:gsLst>
              <a:gs pos="100000">
                <a:srgbClr val="DDFF96"/>
              </a:gs>
              <a:gs pos="20000">
                <a:srgbClr val="8342FB"/>
              </a:gs>
              <a:gs pos="66000">
                <a:srgbClr val="FFAC82"/>
              </a:gs>
            </a:gsLst>
            <a:lin ang="2700000" scaled="1"/>
          </a:gradFill>
        </p:spPr>
        <p:txBody>
          <a:bodyPr/>
          <a:lstStyle/>
          <a:p>
            <a:r>
              <a:rPr lang="en-US"/>
              <a:t>Click icon to add picture</a:t>
            </a:r>
          </a:p>
        </p:txBody>
      </p:sp>
      <p:sp>
        <p:nvSpPr>
          <p:cNvPr id="17" name="Rectangle 16">
            <a:extLst>
              <a:ext uri="{FF2B5EF4-FFF2-40B4-BE49-F238E27FC236}">
                <a16:creationId xmlns:a16="http://schemas.microsoft.com/office/drawing/2014/main" id="{2AA922B8-55F0-98AD-538E-4138553A614F}"/>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3">
            <a:extLst>
              <a:ext uri="{FF2B5EF4-FFF2-40B4-BE49-F238E27FC236}">
                <a16:creationId xmlns:a16="http://schemas.microsoft.com/office/drawing/2014/main" id="{E5CA9352-CB6A-4A10-B94E-64252E2575D2}"/>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5B4E141-7703-DB08-DC4E-7771507BA2F7}"/>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Text Placeholder 23">
            <a:extLst>
              <a:ext uri="{FF2B5EF4-FFF2-40B4-BE49-F238E27FC236}">
                <a16:creationId xmlns:a16="http://schemas.microsoft.com/office/drawing/2014/main" id="{AD9E998E-87D1-59CA-C6E6-291E62BAB469}"/>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Rectangle 1">
            <a:extLst>
              <a:ext uri="{FF2B5EF4-FFF2-40B4-BE49-F238E27FC236}">
                <a16:creationId xmlns:a16="http://schemas.microsoft.com/office/drawing/2014/main" id="{5A1E93F1-D16A-E690-B04B-47CF97D3C9D1}"/>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04066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71517"/>
          </a:xfrm>
        </p:spPr>
        <p:txBody>
          <a:bodyPr anchor="t">
            <a:noAutofit/>
          </a:bodyPr>
          <a:lstStyle>
            <a:lvl1pPr algn="l">
              <a:defRPr sz="4800" b="1" i="0">
                <a:solidFill>
                  <a:schemeClr val="tx1"/>
                </a:solidFill>
                <a:latin typeface="Aptos" pitchFamily="2" charset="77"/>
              </a:defRPr>
            </a:lvl1pPr>
          </a:lstStyle>
          <a:p>
            <a:r>
              <a:rPr lang="en-US"/>
              <a:t>Title should be less than ten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41456364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I_Large number &amp; statement">
    <p:bg>
      <p:bgPr>
        <a:solidFill>
          <a:srgbClr val="000000"/>
        </a:solidFill>
        <a:effectLst/>
      </p:bgPr>
    </p:bg>
    <p:spTree>
      <p:nvGrpSpPr>
        <p:cNvPr id="1" name=""/>
        <p:cNvGrpSpPr/>
        <p:nvPr/>
      </p:nvGrpSpPr>
      <p:grpSpPr>
        <a:xfrm>
          <a:off x="0" y="0"/>
          <a:ext cx="0" cy="0"/>
          <a:chOff x="0" y="0"/>
          <a:chExt cx="0" cy="0"/>
        </a:xfrm>
      </p:grpSpPr>
      <p:pic>
        <p:nvPicPr>
          <p:cNvPr id="26" name="Picture 25" descr="A blue sky with clouds&#10;&#10;AI-generated content may be incorrect.">
            <a:extLst>
              <a:ext uri="{FF2B5EF4-FFF2-40B4-BE49-F238E27FC236}">
                <a16:creationId xmlns:a16="http://schemas.microsoft.com/office/drawing/2014/main" id="{58960C67-0FEF-76A6-AD49-528B3E8E24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66" y="0"/>
            <a:ext cx="6102266" cy="6858000"/>
          </a:xfrm>
          <a:prstGeom prst="rect">
            <a:avLst/>
          </a:prstGeom>
        </p:spPr>
      </p:pic>
      <p:sp>
        <p:nvSpPr>
          <p:cNvPr id="27" name="Title 1">
            <a:extLst>
              <a:ext uri="{FF2B5EF4-FFF2-40B4-BE49-F238E27FC236}">
                <a16:creationId xmlns:a16="http://schemas.microsoft.com/office/drawing/2014/main" id="{4D9AF2ED-3216-A0DB-3B2F-2F8D011C1203}"/>
              </a:ext>
            </a:extLst>
          </p:cNvPr>
          <p:cNvSpPr>
            <a:spLocks noGrp="1"/>
          </p:cNvSpPr>
          <p:nvPr>
            <p:ph type="ctrTitle" hasCustomPrompt="1"/>
          </p:nvPr>
        </p:nvSpPr>
        <p:spPr>
          <a:xfrm>
            <a:off x="499432" y="2451283"/>
            <a:ext cx="5090871" cy="1955433"/>
          </a:xfrm>
          <a:prstGeom prst="rect">
            <a:avLst/>
          </a:prstGeom>
        </p:spPr>
        <p:txBody>
          <a:bodyPr anchor="ctr">
            <a:noAutofit/>
          </a:bodyPr>
          <a:lstStyle>
            <a:lvl1pPr algn="ctr">
              <a:defRPr sz="12000" b="1" i="0" spc="-300">
                <a:solidFill>
                  <a:schemeClr val="bg1"/>
                </a:solidFill>
                <a:latin typeface="Aptos" pitchFamily="2" charset="77"/>
              </a:defRPr>
            </a:lvl1pPr>
          </a:lstStyle>
          <a:p>
            <a:r>
              <a:rPr lang="en-US"/>
              <a:t>XXM</a:t>
            </a:r>
          </a:p>
        </p:txBody>
      </p:sp>
      <p:sp>
        <p:nvSpPr>
          <p:cNvPr id="28" name="Text Placeholder 23">
            <a:extLst>
              <a:ext uri="{FF2B5EF4-FFF2-40B4-BE49-F238E27FC236}">
                <a16:creationId xmlns:a16="http://schemas.microsoft.com/office/drawing/2014/main" id="{695EE8D7-ECE2-9E6B-6D33-216903961B0D}"/>
              </a:ext>
            </a:extLst>
          </p:cNvPr>
          <p:cNvSpPr>
            <a:spLocks noGrp="1"/>
          </p:cNvSpPr>
          <p:nvPr>
            <p:ph type="body" sz="quarter" idx="32" hasCustomPrompt="1"/>
          </p:nvPr>
        </p:nvSpPr>
        <p:spPr>
          <a:xfrm>
            <a:off x="499431" y="4406716"/>
            <a:ext cx="5090871" cy="1384511"/>
          </a:xfrm>
          <a:prstGeom prst="rect">
            <a:avLst/>
          </a:prstGeom>
        </p:spPr>
        <p:txBody>
          <a:bodyPr anchor="t"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And/or statement here</a:t>
            </a:r>
          </a:p>
        </p:txBody>
      </p:sp>
      <p:sp>
        <p:nvSpPr>
          <p:cNvPr id="29" name="Text Placeholder 23">
            <a:extLst>
              <a:ext uri="{FF2B5EF4-FFF2-40B4-BE49-F238E27FC236}">
                <a16:creationId xmlns:a16="http://schemas.microsoft.com/office/drawing/2014/main" id="{1D69AF07-CF7E-EC05-D359-1D0CEF0097A5}"/>
              </a:ext>
            </a:extLst>
          </p:cNvPr>
          <p:cNvSpPr>
            <a:spLocks noGrp="1"/>
          </p:cNvSpPr>
          <p:nvPr>
            <p:ph type="body" sz="quarter" idx="33" hasCustomPrompt="1"/>
          </p:nvPr>
        </p:nvSpPr>
        <p:spPr>
          <a:xfrm>
            <a:off x="499431" y="1066772"/>
            <a:ext cx="5090871" cy="1334528"/>
          </a:xfrm>
          <a:prstGeom prst="rect">
            <a:avLst/>
          </a:prstGeom>
        </p:spPr>
        <p:txBody>
          <a:bodyPr anchor="b"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here</a:t>
            </a:r>
          </a:p>
        </p:txBody>
      </p:sp>
      <p:sp>
        <p:nvSpPr>
          <p:cNvPr id="30" name="Rectangle 29">
            <a:extLst>
              <a:ext uri="{FF2B5EF4-FFF2-40B4-BE49-F238E27FC236}">
                <a16:creationId xmlns:a16="http://schemas.microsoft.com/office/drawing/2014/main" id="{70F3FB04-B8E4-3529-78EA-6396FB756359}"/>
              </a:ext>
            </a:extLst>
          </p:cNvPr>
          <p:cNvSpPr/>
          <p:nvPr/>
        </p:nvSpPr>
        <p:spPr>
          <a:xfrm>
            <a:off x="609600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3">
            <a:extLst>
              <a:ext uri="{FF2B5EF4-FFF2-40B4-BE49-F238E27FC236}">
                <a16:creationId xmlns:a16="http://schemas.microsoft.com/office/drawing/2014/main" id="{1E3EC00F-A751-32AF-B158-5684CEF4EDD3}"/>
              </a:ext>
            </a:extLst>
          </p:cNvPr>
          <p:cNvSpPr>
            <a:spLocks noGrp="1"/>
          </p:cNvSpPr>
          <p:nvPr>
            <p:ph type="body" sz="quarter" idx="26" hasCustomPrompt="1"/>
          </p:nvPr>
        </p:nvSpPr>
        <p:spPr>
          <a:xfrm>
            <a:off x="650651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32" name="Text Placeholder 23">
            <a:extLst>
              <a:ext uri="{FF2B5EF4-FFF2-40B4-BE49-F238E27FC236}">
                <a16:creationId xmlns:a16="http://schemas.microsoft.com/office/drawing/2014/main" id="{3160BE5B-2BA3-D923-86BE-6A1E7BEAB11A}"/>
              </a:ext>
            </a:extLst>
          </p:cNvPr>
          <p:cNvSpPr>
            <a:spLocks noGrp="1"/>
          </p:cNvSpPr>
          <p:nvPr>
            <p:ph type="body" sz="quarter" idx="31" hasCustomPrompt="1"/>
          </p:nvPr>
        </p:nvSpPr>
        <p:spPr>
          <a:xfrm>
            <a:off x="650651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
        <p:nvSpPr>
          <p:cNvPr id="33" name="Text Placeholder 9">
            <a:extLst>
              <a:ext uri="{FF2B5EF4-FFF2-40B4-BE49-F238E27FC236}">
                <a16:creationId xmlns:a16="http://schemas.microsoft.com/office/drawing/2014/main" id="{99BC23C1-D9EB-EBDD-BF6B-F0076FC5726A}"/>
              </a:ext>
            </a:extLst>
          </p:cNvPr>
          <p:cNvSpPr>
            <a:spLocks noGrp="1"/>
          </p:cNvSpPr>
          <p:nvPr>
            <p:ph type="body" sz="quarter" idx="34" hasCustomPrompt="1"/>
          </p:nvPr>
        </p:nvSpPr>
        <p:spPr>
          <a:xfrm>
            <a:off x="6506162" y="1078522"/>
            <a:ext cx="5329882" cy="2862072"/>
          </a:xfrm>
          <a:prstGeom prst="rect">
            <a:avLst/>
          </a:prstGeom>
        </p:spPr>
        <p:txBody>
          <a:bodyPr/>
          <a:lstStyle>
            <a:lvl1pPr>
              <a:defRPr sz="3600" b="1" i="0">
                <a:solidFill>
                  <a:schemeClr val="tx1"/>
                </a:solidFill>
                <a:latin typeface="Aptos" pitchFamily="2" charset="77"/>
                <a:cs typeface="Aptos" pitchFamily="2" charset="77"/>
              </a:defRPr>
            </a:lvl1pPr>
          </a:lstStyle>
          <a:p>
            <a:pPr lvl="0"/>
            <a:r>
              <a:rPr lang="en-US"/>
              <a:t>Statement that should be 10 words or less</a:t>
            </a:r>
          </a:p>
        </p:txBody>
      </p:sp>
    </p:spTree>
    <p:extLst>
      <p:ext uri="{BB962C8B-B14F-4D97-AF65-F5344CB8AC3E}">
        <p14:creationId xmlns:p14="http://schemas.microsoft.com/office/powerpoint/2010/main" val="546143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gradFill>
            <a:gsLst>
              <a:gs pos="100000">
                <a:srgbClr val="8CF2A6"/>
              </a:gs>
              <a:gs pos="0">
                <a:srgbClr val="C16EFF"/>
              </a:gs>
              <a:gs pos="52000">
                <a:srgbClr val="3194FF"/>
              </a:gs>
            </a:gsLst>
            <a:lin ang="2700000" scaled="1"/>
          </a:gradFill>
        </p:spPr>
        <p:txBody>
          <a:bodyPr/>
          <a:lstStyle/>
          <a:p>
            <a:r>
              <a:rPr lang="en-US"/>
              <a:t>Click icon to add picture</a:t>
            </a:r>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gradFill flip="none" rotWithShape="1">
            <a:gsLst>
              <a:gs pos="100000">
                <a:srgbClr val="8CF2A6"/>
              </a:gs>
              <a:gs pos="0">
                <a:srgbClr val="C16EFF"/>
              </a:gs>
              <a:gs pos="52000">
                <a:srgbClr val="3194FF"/>
              </a:gs>
            </a:gsLst>
            <a:lin ang="8100000" scaled="1"/>
            <a:tileRect/>
          </a:gradFill>
        </p:spPr>
        <p:txBody>
          <a:bodyPr/>
          <a:lstStyle/>
          <a:p>
            <a:r>
              <a:rPr lang="en-US"/>
              <a:t>Click icon to add picture</a:t>
            </a:r>
          </a:p>
        </p:txBody>
      </p:sp>
      <p:sp>
        <p:nvSpPr>
          <p:cNvPr id="3" name="Rectangle 2">
            <a:extLst>
              <a:ext uri="{FF2B5EF4-FFF2-40B4-BE49-F238E27FC236}">
                <a16:creationId xmlns:a16="http://schemas.microsoft.com/office/drawing/2014/main" id="{8B56E78E-55A1-3101-DDA7-4715EFA4E778}"/>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2A30D0F-3B24-F391-734C-07CFDA5726CB}"/>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212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rowser / two statements">
    <p:bg>
      <p:bgPr>
        <a:solidFill>
          <a:srgbClr val="000000"/>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60FCB388-AE2B-FEE6-EDFC-B51DA5958CAB}"/>
              </a:ext>
            </a:extLst>
          </p:cNvPr>
          <p:cNvSpPr>
            <a:spLocks noGrp="1"/>
          </p:cNvSpPr>
          <p:nvPr>
            <p:ph type="pic" sz="quarter" idx="10" hasCustomPrompt="1"/>
          </p:nvPr>
        </p:nvSpPr>
        <p:spPr>
          <a:xfrm>
            <a:off x="7458497" y="966819"/>
            <a:ext cx="4866854" cy="5073650"/>
          </a:xfrm>
          <a:prstGeom prst="rect">
            <a:avLst/>
          </a:prstGeom>
          <a:solidFill>
            <a:schemeClr val="bg1"/>
          </a:solidFill>
          <a:effectLst>
            <a:outerShdw blurRad="420955" dist="232110" dir="5100000" algn="t" rotWithShape="0">
              <a:prstClr val="black">
                <a:alpha val="40000"/>
              </a:prstClr>
            </a:outerShdw>
          </a:effectLst>
        </p:spPr>
        <p:txBody>
          <a:bodyPr anchor="ctr">
            <a:normAutofit/>
          </a:bodyPr>
          <a:lstStyle>
            <a:lvl1pPr algn="ctr">
              <a:defRPr sz="1800">
                <a:latin typeface="Aptos" pitchFamily="2" charset="77"/>
              </a:defRPr>
            </a:lvl1pPr>
          </a:lstStyle>
          <a:p>
            <a:r>
              <a:rPr lang="en-US"/>
              <a:t>Screenshot</a:t>
            </a:r>
          </a:p>
        </p:txBody>
      </p:sp>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6263325"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a:t>
            </a:r>
            <a:br>
              <a:rPr lang="en-US"/>
            </a:br>
            <a:r>
              <a:rPr lang="en-US"/>
              <a:t>than ten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973113"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973114"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973114"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1" y="574423"/>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pic>
        <p:nvPicPr>
          <p:cNvPr id="9" name="Picture 7">
            <a:extLst>
              <a:ext uri="{FF2B5EF4-FFF2-40B4-BE49-F238E27FC236}">
                <a16:creationId xmlns:a16="http://schemas.microsoft.com/office/drawing/2014/main" id="{7AE14FBB-7CBC-D32F-39FD-4ABA51B008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458497" y="492220"/>
            <a:ext cx="8686800" cy="478511"/>
          </a:xfrm>
          <a:prstGeom prst="rect">
            <a:avLst/>
          </a:prstGeom>
        </p:spPr>
      </p:pic>
    </p:spTree>
    <p:extLst>
      <p:ext uri="{BB962C8B-B14F-4D97-AF65-F5344CB8AC3E}">
        <p14:creationId xmlns:p14="http://schemas.microsoft.com/office/powerpoint/2010/main" val="2334509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card - Dark mode - 2 speakers">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1674" y="2766"/>
            <a:ext cx="12172140" cy="6852464"/>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2621097" y="380348"/>
            <a:ext cx="9077911" cy="4824698"/>
          </a:xfrm>
          <a:prstGeom prst="rect">
            <a:avLst/>
          </a:prstGeom>
        </p:spPr>
        <p:txBody>
          <a:bodyPr anchor="t">
            <a:normAutofit/>
          </a:bodyPr>
          <a:lstStyle>
            <a:lvl1pPr algn="l">
              <a:lnSpc>
                <a:spcPct val="80000"/>
              </a:lnSpc>
              <a:defRPr sz="8000" b="1" i="0">
                <a:solidFill>
                  <a:srgbClr val="8BF1A6"/>
                </a:solidFill>
                <a:latin typeface="Aptos" pitchFamily="2" charset="77"/>
              </a:defRPr>
            </a:lvl1pPr>
          </a:lstStyle>
          <a:p>
            <a:r>
              <a:rPr lang="en-US"/>
              <a:t>Presentation title </a:t>
            </a:r>
          </a:p>
        </p:txBody>
      </p:sp>
      <p:sp>
        <p:nvSpPr>
          <p:cNvPr id="28" name="Text Placeholder 23">
            <a:extLst>
              <a:ext uri="{FF2B5EF4-FFF2-40B4-BE49-F238E27FC236}">
                <a16:creationId xmlns:a16="http://schemas.microsoft.com/office/drawing/2014/main" id="{63BAA1F4-E359-6D1D-15CC-0F72B8861330}"/>
              </a:ext>
            </a:extLst>
          </p:cNvPr>
          <p:cNvSpPr>
            <a:spLocks noGrp="1"/>
          </p:cNvSpPr>
          <p:nvPr>
            <p:ph type="body" sz="quarter" idx="25" hasCustomPrompt="1"/>
          </p:nvPr>
        </p:nvSpPr>
        <p:spPr>
          <a:xfrm>
            <a:off x="3704302"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29" name="Text Placeholder 23">
            <a:extLst>
              <a:ext uri="{FF2B5EF4-FFF2-40B4-BE49-F238E27FC236}">
                <a16:creationId xmlns:a16="http://schemas.microsoft.com/office/drawing/2014/main" id="{CDD225E2-CA3A-7780-C15A-F080FC674F51}"/>
              </a:ext>
            </a:extLst>
          </p:cNvPr>
          <p:cNvSpPr>
            <a:spLocks noGrp="1"/>
          </p:cNvSpPr>
          <p:nvPr>
            <p:ph type="body" sz="quarter" idx="26" hasCustomPrompt="1"/>
          </p:nvPr>
        </p:nvSpPr>
        <p:spPr>
          <a:xfrm>
            <a:off x="3704302"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8775953"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8775953"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userDrawn="1"/>
        </p:nvSpPr>
        <p:spPr>
          <a:xfrm rot="5400000">
            <a:off x="7150276" y="535918"/>
            <a:ext cx="36576" cy="1002352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9">
            <a:extLst>
              <a:ext uri="{FF2B5EF4-FFF2-40B4-BE49-F238E27FC236}">
                <a16:creationId xmlns:a16="http://schemas.microsoft.com/office/drawing/2014/main" id="{29CF073E-C979-1616-02A6-D777AA3C33E1}"/>
              </a:ext>
            </a:extLst>
          </p:cNvPr>
          <p:cNvSpPr>
            <a:spLocks noGrp="1" noChangeAspect="1"/>
          </p:cNvSpPr>
          <p:nvPr>
            <p:ph type="pic" sz="quarter" idx="41"/>
          </p:nvPr>
        </p:nvSpPr>
        <p:spPr>
          <a:xfrm>
            <a:off x="2184783" y="5565045"/>
            <a:ext cx="1298448" cy="1298448"/>
          </a:xfrm>
          <a:prstGeom prst="rect">
            <a:avLst/>
          </a:prstGeom>
        </p:spPr>
        <p:txBody>
          <a:bodyPr/>
          <a:lstStyle/>
          <a:p>
            <a:endParaRPr lang="en-US"/>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7230039" y="5565045"/>
            <a:ext cx="1298448" cy="1298448"/>
          </a:xfrm>
          <a:prstGeom prst="rect">
            <a:avLst/>
          </a:prstGeom>
        </p:spPr>
        <p:txBody>
          <a:bodyPr/>
          <a:lstStyle/>
          <a:p>
            <a:endParaRPr lang="en-US"/>
          </a:p>
        </p:txBody>
      </p:sp>
      <p:sp>
        <p:nvSpPr>
          <p:cNvPr id="4" name="Rectangle 3">
            <a:extLst>
              <a:ext uri="{FF2B5EF4-FFF2-40B4-BE49-F238E27FC236}">
                <a16:creationId xmlns:a16="http://schemas.microsoft.com/office/drawing/2014/main" id="{DAE7CB62-5C8D-2981-EAA4-46E33D55EA7C}"/>
              </a:ext>
            </a:extLst>
          </p:cNvPr>
          <p:cNvSpPr/>
          <p:nvPr userDrawn="1"/>
        </p:nvSpPr>
        <p:spPr>
          <a:xfrm>
            <a:off x="7195694" y="5532120"/>
            <a:ext cx="36576" cy="1325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224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264102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mp; Content">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6" name="Text Placeholder 2">
            <a:extLst>
              <a:ext uri="{FF2B5EF4-FFF2-40B4-BE49-F238E27FC236}">
                <a16:creationId xmlns:a16="http://schemas.microsoft.com/office/drawing/2014/main" id="{64B8FA51-B975-B2D3-3F96-FFAB0F90049E}"/>
              </a:ext>
            </a:extLst>
          </p:cNvPr>
          <p:cNvSpPr>
            <a:spLocks noGrp="1"/>
          </p:cNvSpPr>
          <p:nvPr>
            <p:ph idx="1"/>
          </p:nvPr>
        </p:nvSpPr>
        <p:spPr>
          <a:xfrm>
            <a:off x="720436" y="2354817"/>
            <a:ext cx="10818832" cy="3822146"/>
          </a:xfrm>
          <a:prstGeom prst="rect">
            <a:avLst/>
          </a:prstGeom>
        </p:spPr>
        <p:txBody>
          <a:bodyPr vert="horz" lIns="91440" tIns="45720" rIns="91440" bIns="45720" rtlCol="0">
            <a:normAutofit/>
          </a:bodyPr>
          <a:lstStyle>
            <a:lvl1pPr>
              <a:defRPr>
                <a:latin typeface="Aptos" pitchFamily="2" charset="77"/>
              </a:defRPr>
            </a:lvl1pPr>
            <a:lvl2pPr>
              <a:defRPr>
                <a:latin typeface="Aptos" pitchFamily="2" charset="77"/>
              </a:defRPr>
            </a:lvl2pPr>
            <a:lvl3pPr>
              <a:defRPr>
                <a:latin typeface="Aptos" pitchFamily="2" charset="77"/>
              </a:defRPr>
            </a:lvl3pPr>
            <a:lvl4pPr>
              <a:defRPr>
                <a:latin typeface="Aptos" pitchFamily="2" charset="77"/>
              </a:defRPr>
            </a:lvl4pPr>
            <a:lvl5pPr>
              <a:defRPr>
                <a:latin typeface="Apto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3">
            <a:extLst>
              <a:ext uri="{FF2B5EF4-FFF2-40B4-BE49-F238E27FC236}">
                <a16:creationId xmlns:a16="http://schemas.microsoft.com/office/drawing/2014/main" id="{C8D9CAC6-8853-24B3-3968-58FD5156F719}"/>
              </a:ext>
            </a:extLst>
          </p:cNvPr>
          <p:cNvSpPr>
            <a:spLocks noGrp="1"/>
          </p:cNvSpPr>
          <p:nvPr>
            <p:ph type="body" sz="quarter" idx="32" hasCustomPrompt="1"/>
          </p:nvPr>
        </p:nvSpPr>
        <p:spPr>
          <a:xfrm>
            <a:off x="720435" y="708152"/>
            <a:ext cx="108188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4" name="Title 1">
            <a:extLst>
              <a:ext uri="{FF2B5EF4-FFF2-40B4-BE49-F238E27FC236}">
                <a16:creationId xmlns:a16="http://schemas.microsoft.com/office/drawing/2014/main" id="{89545FE6-14A5-6DEE-D1BD-98A78B9DC922}"/>
              </a:ext>
            </a:extLst>
          </p:cNvPr>
          <p:cNvSpPr>
            <a:spLocks noGrp="1"/>
          </p:cNvSpPr>
          <p:nvPr>
            <p:ph type="ctrTitle" hasCustomPrompt="1"/>
          </p:nvPr>
        </p:nvSpPr>
        <p:spPr>
          <a:xfrm>
            <a:off x="720436" y="1273358"/>
            <a:ext cx="10818832" cy="882013"/>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7523636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hree Statements">
    <p:bg>
      <p:bgPr>
        <a:solidFill>
          <a:srgbClr val="000000"/>
        </a:solidFill>
        <a:effectLst/>
      </p:bgPr>
    </p:bg>
    <p:spTree>
      <p:nvGrpSpPr>
        <p:cNvPr id="1" name=""/>
        <p:cNvGrpSpPr/>
        <p:nvPr/>
      </p:nvGrpSpPr>
      <p:grpSpPr>
        <a:xfrm>
          <a:off x="0" y="0"/>
          <a:ext cx="0" cy="0"/>
          <a:chOff x="0" y="0"/>
          <a:chExt cx="0" cy="0"/>
        </a:xfrm>
      </p:grpSpPr>
      <p:sp>
        <p:nvSpPr>
          <p:cNvPr id="2" name="Text Placeholder 23">
            <a:extLst>
              <a:ext uri="{FF2B5EF4-FFF2-40B4-BE49-F238E27FC236}">
                <a16:creationId xmlns:a16="http://schemas.microsoft.com/office/drawing/2014/main" id="{C90F7202-87A7-49D5-1EEA-599F68B5D2BF}"/>
              </a:ext>
            </a:extLst>
          </p:cNvPr>
          <p:cNvSpPr>
            <a:spLocks noGrp="1"/>
          </p:cNvSpPr>
          <p:nvPr>
            <p:ph type="body" sz="quarter" idx="22" hasCustomPrompt="1"/>
          </p:nvPr>
        </p:nvSpPr>
        <p:spPr>
          <a:xfrm>
            <a:off x="674508" y="4274022"/>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3" name="Text Placeholder 23">
            <a:extLst>
              <a:ext uri="{FF2B5EF4-FFF2-40B4-BE49-F238E27FC236}">
                <a16:creationId xmlns:a16="http://schemas.microsoft.com/office/drawing/2014/main" id="{1D01495C-06D4-CD38-BA69-8D11BAE69FD0}"/>
              </a:ext>
            </a:extLst>
          </p:cNvPr>
          <p:cNvSpPr>
            <a:spLocks noGrp="1"/>
          </p:cNvSpPr>
          <p:nvPr>
            <p:ph type="body" sz="quarter" idx="23" hasCustomPrompt="1"/>
          </p:nvPr>
        </p:nvSpPr>
        <p:spPr>
          <a:xfrm>
            <a:off x="674508" y="4748971"/>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4" name="Picture Placeholder 24">
            <a:extLst>
              <a:ext uri="{FF2B5EF4-FFF2-40B4-BE49-F238E27FC236}">
                <a16:creationId xmlns:a16="http://schemas.microsoft.com/office/drawing/2014/main" id="{BA673A28-5082-75B2-C493-25A6BA2892AD}"/>
              </a:ext>
            </a:extLst>
          </p:cNvPr>
          <p:cNvSpPr>
            <a:spLocks noGrp="1"/>
          </p:cNvSpPr>
          <p:nvPr>
            <p:ph type="pic" sz="quarter" idx="25" hasCustomPrompt="1"/>
          </p:nvPr>
        </p:nvSpPr>
        <p:spPr>
          <a:xfrm>
            <a:off x="674508" y="3734767"/>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5" name="Text Placeholder 23">
            <a:extLst>
              <a:ext uri="{FF2B5EF4-FFF2-40B4-BE49-F238E27FC236}">
                <a16:creationId xmlns:a16="http://schemas.microsoft.com/office/drawing/2014/main" id="{89DC60DF-BBF9-032D-AD0B-F365CD4D8920}"/>
              </a:ext>
            </a:extLst>
          </p:cNvPr>
          <p:cNvSpPr>
            <a:spLocks noGrp="1"/>
          </p:cNvSpPr>
          <p:nvPr>
            <p:ph type="body" sz="quarter" idx="26" hasCustomPrompt="1"/>
          </p:nvPr>
        </p:nvSpPr>
        <p:spPr>
          <a:xfrm>
            <a:off x="4478194" y="4272640"/>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6" name="Text Placeholder 23">
            <a:extLst>
              <a:ext uri="{FF2B5EF4-FFF2-40B4-BE49-F238E27FC236}">
                <a16:creationId xmlns:a16="http://schemas.microsoft.com/office/drawing/2014/main" id="{AD9D8176-BB69-9F5A-BA39-87E5D942B5B0}"/>
              </a:ext>
            </a:extLst>
          </p:cNvPr>
          <p:cNvSpPr>
            <a:spLocks noGrp="1"/>
          </p:cNvSpPr>
          <p:nvPr>
            <p:ph type="body" sz="quarter" idx="27" hasCustomPrompt="1"/>
          </p:nvPr>
        </p:nvSpPr>
        <p:spPr>
          <a:xfrm>
            <a:off x="4478195" y="4747589"/>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8" name="Picture Placeholder 24">
            <a:extLst>
              <a:ext uri="{FF2B5EF4-FFF2-40B4-BE49-F238E27FC236}">
                <a16:creationId xmlns:a16="http://schemas.microsoft.com/office/drawing/2014/main" id="{8B0CD642-0531-E3F3-88CD-780EBE6D9300}"/>
              </a:ext>
            </a:extLst>
          </p:cNvPr>
          <p:cNvSpPr>
            <a:spLocks noGrp="1"/>
          </p:cNvSpPr>
          <p:nvPr>
            <p:ph type="pic" sz="quarter" idx="28" hasCustomPrompt="1"/>
          </p:nvPr>
        </p:nvSpPr>
        <p:spPr>
          <a:xfrm>
            <a:off x="4478195" y="3733385"/>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9" name="Text Placeholder 23">
            <a:extLst>
              <a:ext uri="{FF2B5EF4-FFF2-40B4-BE49-F238E27FC236}">
                <a16:creationId xmlns:a16="http://schemas.microsoft.com/office/drawing/2014/main" id="{2269E9E9-9FE1-4B58-A067-4BD00E8E0C31}"/>
              </a:ext>
            </a:extLst>
          </p:cNvPr>
          <p:cNvSpPr>
            <a:spLocks noGrp="1"/>
          </p:cNvSpPr>
          <p:nvPr>
            <p:ph type="body" sz="quarter" idx="29" hasCustomPrompt="1"/>
          </p:nvPr>
        </p:nvSpPr>
        <p:spPr>
          <a:xfrm>
            <a:off x="8277943" y="4272640"/>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0" name="Text Placeholder 23">
            <a:extLst>
              <a:ext uri="{FF2B5EF4-FFF2-40B4-BE49-F238E27FC236}">
                <a16:creationId xmlns:a16="http://schemas.microsoft.com/office/drawing/2014/main" id="{FA5B6F15-FA33-ECFB-4754-66663281CBEB}"/>
              </a:ext>
            </a:extLst>
          </p:cNvPr>
          <p:cNvSpPr>
            <a:spLocks noGrp="1"/>
          </p:cNvSpPr>
          <p:nvPr>
            <p:ph type="body" sz="quarter" idx="30" hasCustomPrompt="1"/>
          </p:nvPr>
        </p:nvSpPr>
        <p:spPr>
          <a:xfrm>
            <a:off x="8277944" y="4747589"/>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CA9FA2E-EA3D-1DBC-2A4B-62D38B8DF3E6}"/>
              </a:ext>
            </a:extLst>
          </p:cNvPr>
          <p:cNvSpPr>
            <a:spLocks noGrp="1"/>
          </p:cNvSpPr>
          <p:nvPr>
            <p:ph type="pic" sz="quarter" idx="31" hasCustomPrompt="1"/>
          </p:nvPr>
        </p:nvSpPr>
        <p:spPr>
          <a:xfrm>
            <a:off x="8277944" y="3733385"/>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itle 1">
            <a:extLst>
              <a:ext uri="{FF2B5EF4-FFF2-40B4-BE49-F238E27FC236}">
                <a16:creationId xmlns:a16="http://schemas.microsoft.com/office/drawing/2014/main" id="{1C7570C5-829F-FB1B-F5CF-692824B4A4AD}"/>
              </a:ext>
            </a:extLst>
          </p:cNvPr>
          <p:cNvSpPr>
            <a:spLocks noGrp="1"/>
          </p:cNvSpPr>
          <p:nvPr>
            <p:ph type="ctrTitle" hasCustomPrompt="1"/>
          </p:nvPr>
        </p:nvSpPr>
        <p:spPr>
          <a:xfrm>
            <a:off x="674508" y="1178132"/>
            <a:ext cx="10884125" cy="164671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13" name="Text Placeholder 23">
            <a:extLst>
              <a:ext uri="{FF2B5EF4-FFF2-40B4-BE49-F238E27FC236}">
                <a16:creationId xmlns:a16="http://schemas.microsoft.com/office/drawing/2014/main" id="{291076F0-6982-7308-4E79-073885B6FFE1}"/>
              </a:ext>
            </a:extLst>
          </p:cNvPr>
          <p:cNvSpPr>
            <a:spLocks noGrp="1"/>
          </p:cNvSpPr>
          <p:nvPr>
            <p:ph type="body" sz="quarter" idx="32" hasCustomPrompt="1"/>
          </p:nvPr>
        </p:nvSpPr>
        <p:spPr>
          <a:xfrm>
            <a:off x="674508" y="708152"/>
            <a:ext cx="1088412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25087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C6ECBF4C-BF4F-0D2C-EA8E-54C29F31B2F7}"/>
              </a:ext>
            </a:extLst>
          </p:cNvPr>
          <p:cNvSpPr>
            <a:spLocks noGrp="1"/>
          </p:cNvSpPr>
          <p:nvPr>
            <p:ph type="body" sz="quarter" idx="11" hasCustomPrompt="1"/>
          </p:nvPr>
        </p:nvSpPr>
        <p:spPr>
          <a:xfrm>
            <a:off x="4109814" y="335102"/>
            <a:ext cx="726315" cy="6187796"/>
          </a:xfrm>
          <a:prstGeom prst="rect">
            <a:avLst/>
          </a:prstGeom>
        </p:spPr>
        <p:txBody>
          <a:bodyPr/>
          <a:lstStyle>
            <a:lvl1pPr>
              <a:defRPr sz="2800" b="1" i="0">
                <a:solidFill>
                  <a:srgbClr val="B6BFB8"/>
                </a:solidFill>
                <a:latin typeface="Aptos" pitchFamily="2" charset="77"/>
              </a:defRPr>
            </a:lvl1pPr>
          </a:lstStyle>
          <a:p>
            <a:pPr lvl="0"/>
            <a:r>
              <a:rPr lang="en-US"/>
              <a:t>01</a:t>
            </a:r>
          </a:p>
          <a:p>
            <a:pPr lvl="0"/>
            <a:r>
              <a:rPr lang="en-US"/>
              <a:t>02</a:t>
            </a:r>
          </a:p>
          <a:p>
            <a:pPr lvl="0"/>
            <a:r>
              <a:rPr lang="en-US"/>
              <a:t>03</a:t>
            </a:r>
          </a:p>
          <a:p>
            <a:pPr lvl="0"/>
            <a:r>
              <a:rPr lang="en-US"/>
              <a:t>04</a:t>
            </a:r>
          </a:p>
          <a:p>
            <a:pPr lvl="0"/>
            <a:r>
              <a:rPr lang="en-US"/>
              <a:t>05</a:t>
            </a:r>
          </a:p>
        </p:txBody>
      </p:sp>
      <p:sp>
        <p:nvSpPr>
          <p:cNvPr id="3" name="Text Placeholder 2">
            <a:extLst>
              <a:ext uri="{FF2B5EF4-FFF2-40B4-BE49-F238E27FC236}">
                <a16:creationId xmlns:a16="http://schemas.microsoft.com/office/drawing/2014/main" id="{88A2D5E6-6218-3513-0338-32F1DADBF965}"/>
              </a:ext>
            </a:extLst>
          </p:cNvPr>
          <p:cNvSpPr>
            <a:spLocks noGrp="1"/>
          </p:cNvSpPr>
          <p:nvPr>
            <p:ph type="body" sz="quarter" idx="12" hasCustomPrompt="1"/>
          </p:nvPr>
        </p:nvSpPr>
        <p:spPr>
          <a:xfrm>
            <a:off x="4836128" y="335102"/>
            <a:ext cx="6955155" cy="6187796"/>
          </a:xfrm>
          <a:prstGeom prst="rect">
            <a:avLst/>
          </a:prstGeom>
        </p:spPr>
        <p:txBody>
          <a:bodyPr/>
          <a:lstStyle>
            <a:lvl1pPr>
              <a:defRPr sz="2800" b="1" i="0">
                <a:solidFill>
                  <a:schemeClr val="tx1"/>
                </a:solidFill>
                <a:latin typeface="Aptos"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 </a:t>
            </a:r>
          </a:p>
        </p:txBody>
      </p:sp>
      <p:sp>
        <p:nvSpPr>
          <p:cNvPr id="8" name="TextBox 7">
            <a:extLst>
              <a:ext uri="{FF2B5EF4-FFF2-40B4-BE49-F238E27FC236}">
                <a16:creationId xmlns:a16="http://schemas.microsoft.com/office/drawing/2014/main" id="{16ADB4EE-5BC1-F20C-23D5-E728D77BC32D}"/>
              </a:ext>
            </a:extLst>
          </p:cNvPr>
          <p:cNvSpPr txBox="1"/>
          <p:nvPr userDrawn="1"/>
        </p:nvSpPr>
        <p:spPr>
          <a:xfrm>
            <a:off x="256841" y="335102"/>
            <a:ext cx="3060790" cy="1015663"/>
          </a:xfrm>
          <a:prstGeom prst="rect">
            <a:avLst/>
          </a:prstGeom>
          <a:noFill/>
        </p:spPr>
        <p:txBody>
          <a:bodyPr wrap="square" rtlCol="0">
            <a:spAutoFit/>
          </a:bodyPr>
          <a:lstStyle/>
          <a:p>
            <a:pPr algn="ctr"/>
            <a:r>
              <a:rPr lang="en-US" sz="6000" b="1" i="0">
                <a:solidFill>
                  <a:schemeClr val="tx1"/>
                </a:solidFill>
                <a:latin typeface="Aptos" pitchFamily="2" charset="77"/>
                <a:cs typeface="Aptos" pitchFamily="2" charset="77"/>
              </a:rPr>
              <a:t>Agenda</a:t>
            </a:r>
          </a:p>
        </p:txBody>
      </p:sp>
      <p:sp>
        <p:nvSpPr>
          <p:cNvPr id="9" name="Rectangle 8">
            <a:extLst>
              <a:ext uri="{FF2B5EF4-FFF2-40B4-BE49-F238E27FC236}">
                <a16:creationId xmlns:a16="http://schemas.microsoft.com/office/drawing/2014/main" id="{CE94A6F1-D848-E63F-EE08-EB5E912E073C}"/>
              </a:ext>
            </a:extLst>
          </p:cNvPr>
          <p:cNvSpPr/>
          <p:nvPr userDrawn="1"/>
        </p:nvSpPr>
        <p:spPr>
          <a:xfrm>
            <a:off x="3663995"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1667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Panel Title Card - green mode">
    <p:bg>
      <p:bgPr>
        <a:solidFill>
          <a:srgbClr val="0000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2B1EC0-7FF8-CC20-FE27-A035712249B9}"/>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2822"/>
            <a:ext cx="12192000" cy="6863644"/>
          </a:xfrm>
          <a:prstGeom prst="rect">
            <a:avLst/>
          </a:prstGeom>
        </p:spPr>
      </p:pic>
      <p:sp>
        <p:nvSpPr>
          <p:cNvPr id="12" name="Title 1">
            <a:extLst>
              <a:ext uri="{FF2B5EF4-FFF2-40B4-BE49-F238E27FC236}">
                <a16:creationId xmlns:a16="http://schemas.microsoft.com/office/drawing/2014/main" id="{17311656-A7F6-E685-5661-15D8FA1D6A45}"/>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bg1"/>
                </a:solidFill>
                <a:latin typeface="Aptos" pitchFamily="2" charset="77"/>
              </a:defRPr>
            </a:lvl1pPr>
          </a:lstStyle>
          <a:p>
            <a:r>
              <a:rPr lang="en-US"/>
              <a:t>Section title</a:t>
            </a:r>
          </a:p>
        </p:txBody>
      </p:sp>
    </p:spTree>
    <p:extLst>
      <p:ext uri="{BB962C8B-B14F-4D97-AF65-F5344CB8AC3E}">
        <p14:creationId xmlns:p14="http://schemas.microsoft.com/office/powerpoint/2010/main" val="2703246573"/>
      </p:ext>
    </p:extLst>
  </p:cSld>
  <p:clrMapOvr>
    <a:masterClrMapping/>
  </p:clrMapOvr>
  <p:extLst>
    <p:ext uri="{DCECCB84-F9BA-43D5-87BE-67443E8EF086}">
      <p15:sldGuideLst xmlns:p15="http://schemas.microsoft.com/office/powerpoint/2012/main">
        <p15:guide id="1" pos="17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pilot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EC38ED57-A90D-1FEC-BCD3-69F2431F29E6}"/>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42084225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pilot feature specific 2">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0" name="Picture Placeholder 9">
            <a:extLst>
              <a:ext uri="{FF2B5EF4-FFF2-40B4-BE49-F238E27FC236}">
                <a16:creationId xmlns:a16="http://schemas.microsoft.com/office/drawing/2014/main" id="{16F761FA-ABFC-2709-D9A4-285A770143CD}"/>
              </a:ext>
            </a:extLst>
          </p:cNvPr>
          <p:cNvSpPr>
            <a:spLocks noGrp="1"/>
          </p:cNvSpPr>
          <p:nvPr>
            <p:ph type="pic" sz="quarter" idx="32"/>
          </p:nvPr>
        </p:nvSpPr>
        <p:spPr>
          <a:xfrm>
            <a:off x="0" y="0"/>
            <a:ext cx="6103938" cy="6858000"/>
          </a:xfrm>
          <a:prstGeom prst="rect">
            <a:avLst/>
          </a:prstGeom>
          <a:solidFill>
            <a:schemeClr val="accent3"/>
          </a:solidFill>
        </p:spPr>
        <p:txBody>
          <a:bodyPr/>
          <a:lstStyle/>
          <a:p>
            <a:endParaRPr lang="en-US"/>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9083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pilot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18453648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692948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9297366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Enterprise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608E0FD1-CD5E-A504-86F7-8B2F8D1E3CC9}"/>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Tree>
    <p:extLst>
      <p:ext uri="{BB962C8B-B14F-4D97-AF65-F5344CB8AC3E}">
        <p14:creationId xmlns:p14="http://schemas.microsoft.com/office/powerpoint/2010/main" val="1754876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Enterprise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16924322-F239-A0FF-709F-A1F181CBA489}"/>
              </a:ext>
            </a:extLst>
          </p:cNvPr>
          <p:cNvSpPr>
            <a:spLocks noGrp="1"/>
          </p:cNvSpPr>
          <p:nvPr>
            <p:ph type="pic" sz="quarter" idx="32"/>
          </p:nvPr>
        </p:nvSpPr>
        <p:spPr>
          <a:xfrm>
            <a:off x="0" y="0"/>
            <a:ext cx="6103938" cy="6858000"/>
          </a:xfrm>
          <a:prstGeom prst="rect">
            <a:avLst/>
          </a:prstGeom>
          <a:solidFill>
            <a:schemeClr val="accent5"/>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9794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Enterprise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7489211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solidFill>
            <a:schemeClr val="accent3"/>
          </a:solidFill>
        </p:spPr>
        <p:txBody>
          <a:bodyPr/>
          <a:lstStyle/>
          <a:p>
            <a:endParaRPr lang="en-US"/>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solidFill>
            <a:schemeClr val="accent3"/>
          </a:solidFill>
        </p:spPr>
        <p:txBody>
          <a:bodyPr/>
          <a:lstStyle/>
          <a:p>
            <a:endParaRPr lang="en-US"/>
          </a:p>
        </p:txBody>
      </p:sp>
    </p:spTree>
    <p:extLst>
      <p:ext uri="{BB962C8B-B14F-4D97-AF65-F5344CB8AC3E}">
        <p14:creationId xmlns:p14="http://schemas.microsoft.com/office/powerpoint/2010/main" val="512641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ecurity Roadmap slide_3 features - light mod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E16561-B8B1-9D14-AD15-7B3274B52B27}"/>
              </a:ext>
            </a:extLst>
          </p:cNvPr>
          <p:cNvSpPr/>
          <p:nvPr userDrawn="1"/>
        </p:nvSpPr>
        <p:spPr>
          <a:xfrm>
            <a:off x="8117893"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3">
            <a:extLst>
              <a:ext uri="{FF2B5EF4-FFF2-40B4-BE49-F238E27FC236}">
                <a16:creationId xmlns:a16="http://schemas.microsoft.com/office/drawing/2014/main" id="{64EEAE1A-5DA8-56EB-F8EA-26929E8D8A2A}"/>
              </a:ext>
            </a:extLst>
          </p:cNvPr>
          <p:cNvSpPr>
            <a:spLocks noGrp="1"/>
          </p:cNvSpPr>
          <p:nvPr>
            <p:ph type="body" sz="quarter" idx="31" hasCustomPrompt="1"/>
          </p:nvPr>
        </p:nvSpPr>
        <p:spPr>
          <a:xfrm>
            <a:off x="266509" y="315963"/>
            <a:ext cx="11671846" cy="442635"/>
          </a:xfrm>
          <a:prstGeom prst="rect">
            <a:avLst/>
          </a:prstGeom>
        </p:spPr>
        <p:txBody>
          <a:bodyPr anchor="b" anchorCtr="0">
            <a:noAutofit/>
          </a:bodyPr>
          <a:lstStyle>
            <a:lvl1pPr marL="0" indent="0" algn="l">
              <a:buNone/>
              <a:defRPr sz="16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9" name="Text Placeholder 23">
            <a:extLst>
              <a:ext uri="{FF2B5EF4-FFF2-40B4-BE49-F238E27FC236}">
                <a16:creationId xmlns:a16="http://schemas.microsoft.com/office/drawing/2014/main" id="{E0769167-6666-38D4-621D-ED2CDB7679E5}"/>
              </a:ext>
            </a:extLst>
          </p:cNvPr>
          <p:cNvSpPr>
            <a:spLocks noGrp="1"/>
          </p:cNvSpPr>
          <p:nvPr>
            <p:ph type="body" sz="quarter" idx="26" hasCustomPrompt="1"/>
          </p:nvPr>
        </p:nvSpPr>
        <p:spPr>
          <a:xfrm>
            <a:off x="265242" y="5434006"/>
            <a:ext cx="3508572"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0" name="Text Placeholder 23">
            <a:extLst>
              <a:ext uri="{FF2B5EF4-FFF2-40B4-BE49-F238E27FC236}">
                <a16:creationId xmlns:a16="http://schemas.microsoft.com/office/drawing/2014/main" id="{39A8D513-B9E9-7B5B-B3D5-A4C690BDF9AE}"/>
              </a:ext>
            </a:extLst>
          </p:cNvPr>
          <p:cNvSpPr>
            <a:spLocks noGrp="1"/>
          </p:cNvSpPr>
          <p:nvPr>
            <p:ph type="body" sz="quarter" idx="27" hasCustomPrompt="1"/>
          </p:nvPr>
        </p:nvSpPr>
        <p:spPr>
          <a:xfrm>
            <a:off x="265241" y="5941613"/>
            <a:ext cx="3508572"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1" name="Text Placeholder 23">
            <a:extLst>
              <a:ext uri="{FF2B5EF4-FFF2-40B4-BE49-F238E27FC236}">
                <a16:creationId xmlns:a16="http://schemas.microsoft.com/office/drawing/2014/main" id="{A76A2BB0-FCD6-2636-7423-16BB5C27207D}"/>
              </a:ext>
            </a:extLst>
          </p:cNvPr>
          <p:cNvSpPr>
            <a:spLocks noGrp="1"/>
          </p:cNvSpPr>
          <p:nvPr>
            <p:ph type="body" sz="quarter" idx="32" hasCustomPrompt="1"/>
          </p:nvPr>
        </p:nvSpPr>
        <p:spPr>
          <a:xfrm>
            <a:off x="4291201" y="5434006"/>
            <a:ext cx="3610056"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2" name="Text Placeholder 23">
            <a:extLst>
              <a:ext uri="{FF2B5EF4-FFF2-40B4-BE49-F238E27FC236}">
                <a16:creationId xmlns:a16="http://schemas.microsoft.com/office/drawing/2014/main" id="{04EA0C85-87D4-757E-83C4-5832F27B42D3}"/>
              </a:ext>
            </a:extLst>
          </p:cNvPr>
          <p:cNvSpPr>
            <a:spLocks noGrp="1"/>
          </p:cNvSpPr>
          <p:nvPr>
            <p:ph type="body" sz="quarter" idx="33" hasCustomPrompt="1"/>
          </p:nvPr>
        </p:nvSpPr>
        <p:spPr>
          <a:xfrm>
            <a:off x="4291200" y="5941613"/>
            <a:ext cx="3610056"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3" name="Text Placeholder 23">
            <a:extLst>
              <a:ext uri="{FF2B5EF4-FFF2-40B4-BE49-F238E27FC236}">
                <a16:creationId xmlns:a16="http://schemas.microsoft.com/office/drawing/2014/main" id="{6D8116AD-CE22-2D8C-9DE3-F3C77FA0753B}"/>
              </a:ext>
            </a:extLst>
          </p:cNvPr>
          <p:cNvSpPr>
            <a:spLocks noGrp="1"/>
          </p:cNvSpPr>
          <p:nvPr>
            <p:ph type="body" sz="quarter" idx="35" hasCustomPrompt="1"/>
          </p:nvPr>
        </p:nvSpPr>
        <p:spPr>
          <a:xfrm>
            <a:off x="8371106" y="5434006"/>
            <a:ext cx="3602734"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4" name="Text Placeholder 23">
            <a:extLst>
              <a:ext uri="{FF2B5EF4-FFF2-40B4-BE49-F238E27FC236}">
                <a16:creationId xmlns:a16="http://schemas.microsoft.com/office/drawing/2014/main" id="{151BA3FC-D378-BC14-12AC-B36B8DDEBA1A}"/>
              </a:ext>
            </a:extLst>
          </p:cNvPr>
          <p:cNvSpPr>
            <a:spLocks noGrp="1"/>
          </p:cNvSpPr>
          <p:nvPr>
            <p:ph type="body" sz="quarter" idx="36" hasCustomPrompt="1"/>
          </p:nvPr>
        </p:nvSpPr>
        <p:spPr>
          <a:xfrm>
            <a:off x="8371105" y="5941613"/>
            <a:ext cx="3602734"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5" name="Text Placeholder 23">
            <a:extLst>
              <a:ext uri="{FF2B5EF4-FFF2-40B4-BE49-F238E27FC236}">
                <a16:creationId xmlns:a16="http://schemas.microsoft.com/office/drawing/2014/main" id="{5B4CF656-7D1C-725E-023D-71287E559159}"/>
              </a:ext>
            </a:extLst>
          </p:cNvPr>
          <p:cNvSpPr>
            <a:spLocks noGrp="1"/>
          </p:cNvSpPr>
          <p:nvPr>
            <p:ph type="body" sz="quarter" idx="41" hasCustomPrompt="1"/>
          </p:nvPr>
        </p:nvSpPr>
        <p:spPr>
          <a:xfrm>
            <a:off x="265241" y="5205470"/>
            <a:ext cx="3508572"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6" name="Text Placeholder 23">
            <a:extLst>
              <a:ext uri="{FF2B5EF4-FFF2-40B4-BE49-F238E27FC236}">
                <a16:creationId xmlns:a16="http://schemas.microsoft.com/office/drawing/2014/main" id="{233DF6E9-5543-2FB0-CA50-1F53ED4A1728}"/>
              </a:ext>
            </a:extLst>
          </p:cNvPr>
          <p:cNvSpPr>
            <a:spLocks noGrp="1"/>
          </p:cNvSpPr>
          <p:nvPr>
            <p:ph type="body" sz="quarter" idx="42" hasCustomPrompt="1"/>
          </p:nvPr>
        </p:nvSpPr>
        <p:spPr>
          <a:xfrm>
            <a:off x="4291200" y="5187721"/>
            <a:ext cx="3610056"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7" name="Text Placeholder 23">
            <a:extLst>
              <a:ext uri="{FF2B5EF4-FFF2-40B4-BE49-F238E27FC236}">
                <a16:creationId xmlns:a16="http://schemas.microsoft.com/office/drawing/2014/main" id="{19097207-A056-2FD7-F060-385A6EC4EDD3}"/>
              </a:ext>
            </a:extLst>
          </p:cNvPr>
          <p:cNvSpPr>
            <a:spLocks noGrp="1"/>
          </p:cNvSpPr>
          <p:nvPr>
            <p:ph type="body" sz="quarter" idx="43" hasCustomPrompt="1"/>
          </p:nvPr>
        </p:nvSpPr>
        <p:spPr>
          <a:xfrm>
            <a:off x="8371105" y="5187721"/>
            <a:ext cx="3602734"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8" name="Title 5">
            <a:extLst>
              <a:ext uri="{FF2B5EF4-FFF2-40B4-BE49-F238E27FC236}">
                <a16:creationId xmlns:a16="http://schemas.microsoft.com/office/drawing/2014/main" id="{F59283A9-EF46-CC74-737A-A8DA35AE2369}"/>
              </a:ext>
            </a:extLst>
          </p:cNvPr>
          <p:cNvSpPr>
            <a:spLocks noGrp="1"/>
          </p:cNvSpPr>
          <p:nvPr>
            <p:ph type="title" hasCustomPrompt="1"/>
          </p:nvPr>
        </p:nvSpPr>
        <p:spPr>
          <a:xfrm>
            <a:off x="265241" y="896026"/>
            <a:ext cx="11671847" cy="701863"/>
          </a:xfrm>
          <a:prstGeom prst="rect">
            <a:avLst/>
          </a:prstGeom>
        </p:spPr>
        <p:txBody>
          <a:bodyPr/>
          <a:lstStyle>
            <a:lvl1pPr>
              <a:defRPr b="1" i="0">
                <a:solidFill>
                  <a:schemeClr val="bg1"/>
                </a:solidFill>
                <a:latin typeface="Aptos" pitchFamily="2" charset="77"/>
              </a:defRPr>
            </a:lvl1pPr>
          </a:lstStyle>
          <a:p>
            <a:r>
              <a:rPr lang="en-US"/>
              <a:t>Title that should be 10 words or less</a:t>
            </a:r>
          </a:p>
        </p:txBody>
      </p:sp>
      <p:sp>
        <p:nvSpPr>
          <p:cNvPr id="3" name="Rectangle 2">
            <a:extLst>
              <a:ext uri="{FF2B5EF4-FFF2-40B4-BE49-F238E27FC236}">
                <a16:creationId xmlns:a16="http://schemas.microsoft.com/office/drawing/2014/main" id="{4A760EA7-4222-D88A-826C-72AA4D4DD8B0}"/>
              </a:ext>
            </a:extLst>
          </p:cNvPr>
          <p:cNvSpPr/>
          <p:nvPr userDrawn="1"/>
        </p:nvSpPr>
        <p:spPr>
          <a:xfrm>
            <a:off x="4041649"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D93795-C7C0-7636-091A-A6E374D7AD46}"/>
              </a:ext>
            </a:extLst>
          </p:cNvPr>
          <p:cNvSpPr/>
          <p:nvPr userDrawn="1"/>
        </p:nvSpPr>
        <p:spPr>
          <a:xfrm rot="5400000">
            <a:off x="6077712" y="-4328386"/>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13">
            <a:extLst>
              <a:ext uri="{FF2B5EF4-FFF2-40B4-BE49-F238E27FC236}">
                <a16:creationId xmlns:a16="http://schemas.microsoft.com/office/drawing/2014/main" id="{EBC815E3-BB59-F649-6CA9-D540D7BF34BC}"/>
              </a:ext>
            </a:extLst>
          </p:cNvPr>
          <p:cNvSpPr>
            <a:spLocks noGrp="1"/>
          </p:cNvSpPr>
          <p:nvPr>
            <p:ph type="pic" sz="quarter" idx="44"/>
          </p:nvPr>
        </p:nvSpPr>
        <p:spPr>
          <a:xfrm>
            <a:off x="0" y="1784379"/>
            <a:ext cx="4032250" cy="3103545"/>
          </a:xfrm>
          <a:prstGeom prst="rect">
            <a:avLst/>
          </a:prstGeom>
          <a:solidFill>
            <a:schemeClr val="accent1"/>
          </a:solidFill>
        </p:spPr>
        <p:txBody>
          <a:bodyPr/>
          <a:lstStyle/>
          <a:p>
            <a:endParaRPr lang="en-US"/>
          </a:p>
        </p:txBody>
      </p:sp>
      <p:sp>
        <p:nvSpPr>
          <p:cNvPr id="15" name="Picture Placeholder 13">
            <a:extLst>
              <a:ext uri="{FF2B5EF4-FFF2-40B4-BE49-F238E27FC236}">
                <a16:creationId xmlns:a16="http://schemas.microsoft.com/office/drawing/2014/main" id="{0A1DC661-4272-AC8D-8951-BCB09F14B217}"/>
              </a:ext>
            </a:extLst>
          </p:cNvPr>
          <p:cNvSpPr>
            <a:spLocks noGrp="1"/>
          </p:cNvSpPr>
          <p:nvPr>
            <p:ph type="pic" sz="quarter" idx="45"/>
          </p:nvPr>
        </p:nvSpPr>
        <p:spPr>
          <a:xfrm>
            <a:off x="4079875" y="1784379"/>
            <a:ext cx="4032250" cy="3103545"/>
          </a:xfrm>
          <a:prstGeom prst="rect">
            <a:avLst/>
          </a:prstGeom>
          <a:solidFill>
            <a:schemeClr val="accent1"/>
          </a:solidFill>
        </p:spPr>
        <p:txBody>
          <a:bodyPr/>
          <a:lstStyle/>
          <a:p>
            <a:endParaRPr lang="en-US"/>
          </a:p>
        </p:txBody>
      </p:sp>
      <p:sp>
        <p:nvSpPr>
          <p:cNvPr id="16" name="Picture Placeholder 13">
            <a:extLst>
              <a:ext uri="{FF2B5EF4-FFF2-40B4-BE49-F238E27FC236}">
                <a16:creationId xmlns:a16="http://schemas.microsoft.com/office/drawing/2014/main" id="{C7D4584E-4C3C-7308-6D5B-892C90B6695F}"/>
              </a:ext>
            </a:extLst>
          </p:cNvPr>
          <p:cNvSpPr>
            <a:spLocks noGrp="1"/>
          </p:cNvSpPr>
          <p:nvPr>
            <p:ph type="pic" sz="quarter" idx="46"/>
          </p:nvPr>
        </p:nvSpPr>
        <p:spPr>
          <a:xfrm>
            <a:off x="8159750" y="1784379"/>
            <a:ext cx="4032250" cy="3103545"/>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1382047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Enterprise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896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Speaker bios (2 speaker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F3FDF2F6-0C09-B759-ED6E-3BDD87138F69}"/>
              </a:ext>
            </a:extLst>
          </p:cNvPr>
          <p:cNvSpPr>
            <a:spLocks noGrp="1"/>
          </p:cNvSpPr>
          <p:nvPr>
            <p:ph type="pic" sz="quarter" idx="39" hasCustomPrompt="1"/>
          </p:nvPr>
        </p:nvSpPr>
        <p:spPr>
          <a:xfrm>
            <a:off x="6212954"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3" name="Picture Placeholder 17">
            <a:extLst>
              <a:ext uri="{FF2B5EF4-FFF2-40B4-BE49-F238E27FC236}">
                <a16:creationId xmlns:a16="http://schemas.microsoft.com/office/drawing/2014/main" id="{984C9A0B-0D19-5546-B75C-FEC1FABD63FF}"/>
              </a:ext>
            </a:extLst>
          </p:cNvPr>
          <p:cNvSpPr>
            <a:spLocks noGrp="1"/>
          </p:cNvSpPr>
          <p:nvPr>
            <p:ph type="pic" sz="quarter" idx="10" hasCustomPrompt="1"/>
          </p:nvPr>
        </p:nvSpPr>
        <p:spPr>
          <a:xfrm>
            <a:off x="870283"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6" name="Text Placeholder 23">
            <a:extLst>
              <a:ext uri="{FF2B5EF4-FFF2-40B4-BE49-F238E27FC236}">
                <a16:creationId xmlns:a16="http://schemas.microsoft.com/office/drawing/2014/main" id="{347ABF95-5A12-B61E-19CB-B893D566D326}"/>
              </a:ext>
            </a:extLst>
          </p:cNvPr>
          <p:cNvSpPr>
            <a:spLocks noGrp="1"/>
          </p:cNvSpPr>
          <p:nvPr>
            <p:ph type="body" sz="quarter" idx="34" hasCustomPrompt="1"/>
          </p:nvPr>
        </p:nvSpPr>
        <p:spPr>
          <a:xfrm>
            <a:off x="87028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7" name="Text Placeholder 23">
            <a:extLst>
              <a:ext uri="{FF2B5EF4-FFF2-40B4-BE49-F238E27FC236}">
                <a16:creationId xmlns:a16="http://schemas.microsoft.com/office/drawing/2014/main" id="{01BFB022-2179-4159-D6AB-E98490DA0C42}"/>
              </a:ext>
            </a:extLst>
          </p:cNvPr>
          <p:cNvSpPr>
            <a:spLocks noGrp="1"/>
          </p:cNvSpPr>
          <p:nvPr>
            <p:ph type="body" sz="quarter" idx="30" hasCustomPrompt="1"/>
          </p:nvPr>
        </p:nvSpPr>
        <p:spPr>
          <a:xfrm>
            <a:off x="87028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8" name="Text Placeholder 23">
            <a:extLst>
              <a:ext uri="{FF2B5EF4-FFF2-40B4-BE49-F238E27FC236}">
                <a16:creationId xmlns:a16="http://schemas.microsoft.com/office/drawing/2014/main" id="{8A57A9A7-E0F4-7827-5DF6-3585E337734F}"/>
              </a:ext>
            </a:extLst>
          </p:cNvPr>
          <p:cNvSpPr>
            <a:spLocks noGrp="1"/>
          </p:cNvSpPr>
          <p:nvPr>
            <p:ph type="body" sz="quarter" idx="31" hasCustomPrompt="1"/>
          </p:nvPr>
        </p:nvSpPr>
        <p:spPr>
          <a:xfrm>
            <a:off x="87028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
        <p:nvSpPr>
          <p:cNvPr id="5" name="Text Placeholder 23">
            <a:extLst>
              <a:ext uri="{FF2B5EF4-FFF2-40B4-BE49-F238E27FC236}">
                <a16:creationId xmlns:a16="http://schemas.microsoft.com/office/drawing/2014/main" id="{9069A236-613C-7FB0-5EA8-A37EDBDE6A37}"/>
              </a:ext>
            </a:extLst>
          </p:cNvPr>
          <p:cNvSpPr>
            <a:spLocks noGrp="1"/>
          </p:cNvSpPr>
          <p:nvPr>
            <p:ph type="body" sz="quarter" idx="36" hasCustomPrompt="1"/>
          </p:nvPr>
        </p:nvSpPr>
        <p:spPr>
          <a:xfrm>
            <a:off x="625502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9" name="Text Placeholder 23">
            <a:extLst>
              <a:ext uri="{FF2B5EF4-FFF2-40B4-BE49-F238E27FC236}">
                <a16:creationId xmlns:a16="http://schemas.microsoft.com/office/drawing/2014/main" id="{133A6542-358F-68BF-EC8C-3ED656B2CE84}"/>
              </a:ext>
            </a:extLst>
          </p:cNvPr>
          <p:cNvSpPr>
            <a:spLocks noGrp="1"/>
          </p:cNvSpPr>
          <p:nvPr>
            <p:ph type="body" sz="quarter" idx="37" hasCustomPrompt="1"/>
          </p:nvPr>
        </p:nvSpPr>
        <p:spPr>
          <a:xfrm>
            <a:off x="625502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0" name="Text Placeholder 23">
            <a:extLst>
              <a:ext uri="{FF2B5EF4-FFF2-40B4-BE49-F238E27FC236}">
                <a16:creationId xmlns:a16="http://schemas.microsoft.com/office/drawing/2014/main" id="{1FBE1546-3446-D9B9-3F7B-461085F58DCB}"/>
              </a:ext>
            </a:extLst>
          </p:cNvPr>
          <p:cNvSpPr>
            <a:spLocks noGrp="1"/>
          </p:cNvSpPr>
          <p:nvPr>
            <p:ph type="body" sz="quarter" idx="38" hasCustomPrompt="1"/>
          </p:nvPr>
        </p:nvSpPr>
        <p:spPr>
          <a:xfrm>
            <a:off x="625502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Tree>
    <p:extLst>
      <p:ext uri="{BB962C8B-B14F-4D97-AF65-F5344CB8AC3E}">
        <p14:creationId xmlns:p14="http://schemas.microsoft.com/office/powerpoint/2010/main" val="3891562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6313731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1510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04848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Browser Screenshot ">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33D682-D6C7-BB0B-E7A1-27EB07B2149D}"/>
              </a:ext>
            </a:extLst>
          </p:cNvPr>
          <p:cNvSpPr>
            <a:spLocks noGrp="1"/>
          </p:cNvSpPr>
          <p:nvPr>
            <p:ph type="ctrTitle" hasCustomPrompt="1"/>
          </p:nvPr>
        </p:nvSpPr>
        <p:spPr>
          <a:xfrm>
            <a:off x="1752601" y="272307"/>
            <a:ext cx="8686800" cy="1026260"/>
          </a:xfrm>
          <a:prstGeom prst="rect">
            <a:avLst/>
          </a:prstGeom>
        </p:spPr>
        <p:txBody>
          <a:bodyPr anchor="b">
            <a:noAutofit/>
          </a:bodyPr>
          <a:lstStyle>
            <a:lvl1pPr algn="ctr">
              <a:defRPr sz="3600"/>
            </a:lvl1pPr>
          </a:lstStyle>
          <a:p>
            <a:r>
              <a:rPr lang="en-US"/>
              <a:t>Statement</a:t>
            </a:r>
          </a:p>
        </p:txBody>
      </p:sp>
      <p:sp>
        <p:nvSpPr>
          <p:cNvPr id="2" name="Picture Placeholder 17">
            <a:extLst>
              <a:ext uri="{FF2B5EF4-FFF2-40B4-BE49-F238E27FC236}">
                <a16:creationId xmlns:a16="http://schemas.microsoft.com/office/drawing/2014/main" id="{B638C55F-4F51-F341-6897-942CDD853FE9}"/>
              </a:ext>
            </a:extLst>
          </p:cNvPr>
          <p:cNvSpPr>
            <a:spLocks noGrp="1"/>
          </p:cNvSpPr>
          <p:nvPr>
            <p:ph type="pic" sz="quarter" idx="40" hasCustomPrompt="1"/>
          </p:nvPr>
        </p:nvSpPr>
        <p:spPr>
          <a:xfrm>
            <a:off x="1752599" y="1932318"/>
            <a:ext cx="8686799" cy="4925682"/>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3" name="Picture 7">
            <a:extLst>
              <a:ext uri="{FF2B5EF4-FFF2-40B4-BE49-F238E27FC236}">
                <a16:creationId xmlns:a16="http://schemas.microsoft.com/office/drawing/2014/main" id="{7E64FA12-7867-1868-4C73-36438FFA823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752600" y="1469134"/>
            <a:ext cx="8686798" cy="484001"/>
          </a:xfrm>
          <a:prstGeom prst="rect">
            <a:avLst/>
          </a:prstGeom>
        </p:spPr>
      </p:pic>
    </p:spTree>
    <p:extLst>
      <p:ext uri="{BB962C8B-B14F-4D97-AF65-F5344CB8AC3E}">
        <p14:creationId xmlns:p14="http://schemas.microsoft.com/office/powerpoint/2010/main" val="34718825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Browser Screenshot ">
    <p:bg>
      <p:bgPr>
        <a:solidFill>
          <a:srgbClr val="000000"/>
        </a:solidFill>
        <a:effectLst/>
      </p:bgPr>
    </p:bg>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DE226210-E3AE-F559-CE3E-71798445EE6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316179" y="780228"/>
            <a:ext cx="9559641" cy="532633"/>
          </a:xfrm>
          <a:prstGeom prst="rect">
            <a:avLst/>
          </a:prstGeom>
        </p:spPr>
      </p:pic>
      <p:sp>
        <p:nvSpPr>
          <p:cNvPr id="6" name="Picture Placeholder 17">
            <a:extLst>
              <a:ext uri="{FF2B5EF4-FFF2-40B4-BE49-F238E27FC236}">
                <a16:creationId xmlns:a16="http://schemas.microsoft.com/office/drawing/2014/main" id="{CBD43E14-4F9E-7FFC-4AAE-2567E350367F}"/>
              </a:ext>
            </a:extLst>
          </p:cNvPr>
          <p:cNvSpPr>
            <a:spLocks noGrp="1"/>
          </p:cNvSpPr>
          <p:nvPr>
            <p:ph type="pic" sz="quarter" idx="40" hasCustomPrompt="1"/>
          </p:nvPr>
        </p:nvSpPr>
        <p:spPr>
          <a:xfrm>
            <a:off x="1316179" y="1296234"/>
            <a:ext cx="9553250" cy="5561766"/>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spTree>
    <p:extLst>
      <p:ext uri="{BB962C8B-B14F-4D97-AF65-F5344CB8AC3E}">
        <p14:creationId xmlns:p14="http://schemas.microsoft.com/office/powerpoint/2010/main" val="40520418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rowser  + one statement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ECEB7E09-F65B-E646-C7C1-3FA885EE7C8D}"/>
              </a:ext>
            </a:extLst>
          </p:cNvPr>
          <p:cNvSpPr>
            <a:spLocks noGrp="1"/>
          </p:cNvSpPr>
          <p:nvPr>
            <p:ph type="pic" sz="quarter" idx="40" hasCustomPrompt="1"/>
          </p:nvPr>
        </p:nvSpPr>
        <p:spPr>
          <a:xfrm>
            <a:off x="4714389" y="1093319"/>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6" name="Picture 7">
            <a:extLst>
              <a:ext uri="{FF2B5EF4-FFF2-40B4-BE49-F238E27FC236}">
                <a16:creationId xmlns:a16="http://schemas.microsoft.com/office/drawing/2014/main" id="{0D0131A4-66AF-9252-C050-4A1BFC918C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714389" y="619505"/>
            <a:ext cx="8588275" cy="478511"/>
          </a:xfrm>
          <a:prstGeom prst="rect">
            <a:avLst/>
          </a:prstGeom>
        </p:spPr>
      </p:pic>
      <p:sp>
        <p:nvSpPr>
          <p:cNvPr id="9" name="Text Placeholder 23">
            <a:extLst>
              <a:ext uri="{FF2B5EF4-FFF2-40B4-BE49-F238E27FC236}">
                <a16:creationId xmlns:a16="http://schemas.microsoft.com/office/drawing/2014/main" id="{D133B315-FB64-194A-87A0-429B84B99B3C}"/>
              </a:ext>
            </a:extLst>
          </p:cNvPr>
          <p:cNvSpPr>
            <a:spLocks noGrp="1"/>
          </p:cNvSpPr>
          <p:nvPr>
            <p:ph type="body" sz="quarter" idx="34" hasCustomPrompt="1"/>
          </p:nvPr>
        </p:nvSpPr>
        <p:spPr>
          <a:xfrm>
            <a:off x="738765" y="4406716"/>
            <a:ext cx="321274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11" name="Text Placeholder 23">
            <a:extLst>
              <a:ext uri="{FF2B5EF4-FFF2-40B4-BE49-F238E27FC236}">
                <a16:creationId xmlns:a16="http://schemas.microsoft.com/office/drawing/2014/main" id="{B078373A-3B9F-DB44-BBFF-036E9257E0F6}"/>
              </a:ext>
            </a:extLst>
          </p:cNvPr>
          <p:cNvSpPr>
            <a:spLocks noGrp="1"/>
          </p:cNvSpPr>
          <p:nvPr>
            <p:ph type="body" sz="quarter" idx="31" hasCustomPrompt="1"/>
          </p:nvPr>
        </p:nvSpPr>
        <p:spPr>
          <a:xfrm>
            <a:off x="738765" y="887157"/>
            <a:ext cx="321274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 name="Title 1">
            <a:extLst>
              <a:ext uri="{FF2B5EF4-FFF2-40B4-BE49-F238E27FC236}">
                <a16:creationId xmlns:a16="http://schemas.microsoft.com/office/drawing/2014/main" id="{2F193039-BF81-F4D1-2A15-937C5E3F83AF}"/>
              </a:ext>
            </a:extLst>
          </p:cNvPr>
          <p:cNvSpPr>
            <a:spLocks noGrp="1"/>
          </p:cNvSpPr>
          <p:nvPr>
            <p:ph type="title" hasCustomPrompt="1"/>
          </p:nvPr>
        </p:nvSpPr>
        <p:spPr>
          <a:xfrm>
            <a:off x="744838" y="1573760"/>
            <a:ext cx="3212747" cy="2685089"/>
          </a:xfrm>
        </p:spPr>
        <p:txBody>
          <a:bodyPr anchor="t"/>
          <a:lstStyle/>
          <a:p>
            <a:r>
              <a:rPr lang="en-US"/>
              <a:t>Statement that should be 10 words or less</a:t>
            </a:r>
          </a:p>
        </p:txBody>
      </p:sp>
    </p:spTree>
    <p:extLst>
      <p:ext uri="{BB962C8B-B14F-4D97-AF65-F5344CB8AC3E}">
        <p14:creationId xmlns:p14="http://schemas.microsoft.com/office/powerpoint/2010/main" val="16621652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rowser + two statements">
    <p:bg>
      <p:bgPr>
        <a:solidFill>
          <a:srgbClr val="000000"/>
        </a:solidFill>
        <a:effectLst/>
      </p:bgPr>
    </p:b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C2C150FA-A4CA-8395-791F-9D0E796D9E12}"/>
              </a:ext>
            </a:extLst>
          </p:cNvPr>
          <p:cNvSpPr>
            <a:spLocks noGrp="1"/>
          </p:cNvSpPr>
          <p:nvPr>
            <p:ph type="pic" sz="quarter" idx="40" hasCustomPrompt="1"/>
          </p:nvPr>
        </p:nvSpPr>
        <p:spPr>
          <a:xfrm>
            <a:off x="6634753" y="966034"/>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10" name="Picture 7">
            <a:extLst>
              <a:ext uri="{FF2B5EF4-FFF2-40B4-BE49-F238E27FC236}">
                <a16:creationId xmlns:a16="http://schemas.microsoft.com/office/drawing/2014/main" id="{FF359A12-80F5-3CE1-0CBE-00661609E87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634753" y="492220"/>
            <a:ext cx="8588275" cy="478511"/>
          </a:xfrm>
          <a:prstGeom prst="rect">
            <a:avLst/>
          </a:prstGeom>
        </p:spPr>
      </p:pic>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5378032"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than 10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422499"/>
            <a:ext cx="2511761"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624652" y="4422499"/>
            <a:ext cx="2511762"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624653"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62465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0" y="574423"/>
            <a:ext cx="53780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104179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F1EC-3A13-53FB-5BE1-FE8397107D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5C1600-67CE-38EE-94AF-D15DE0BD3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2FEF2-AA1A-8A44-DE54-9BC21EF6DD22}"/>
              </a:ext>
            </a:extLst>
          </p:cNvPr>
          <p:cNvSpPr>
            <a:spLocks noGrp="1"/>
          </p:cNvSpPr>
          <p:nvPr>
            <p:ph type="dt" sz="half" idx="10"/>
          </p:nvPr>
        </p:nvSpPr>
        <p:spPr/>
        <p:txBody>
          <a:bodyPr/>
          <a:lstStyle/>
          <a:p>
            <a:fld id="{3FD41548-EEBD-484A-8F9F-D35582DE472A}" type="datetimeFigureOut">
              <a:rPr lang="en-US" smtClean="0"/>
              <a:t>9/17/2026</a:t>
            </a:fld>
            <a:endParaRPr lang="en-US"/>
          </a:p>
        </p:txBody>
      </p:sp>
      <p:sp>
        <p:nvSpPr>
          <p:cNvPr id="5" name="Footer Placeholder 4">
            <a:extLst>
              <a:ext uri="{FF2B5EF4-FFF2-40B4-BE49-F238E27FC236}">
                <a16:creationId xmlns:a16="http://schemas.microsoft.com/office/drawing/2014/main" id="{58248030-01A6-2FD0-850A-7FBBF861C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FD9D4B-4485-F612-382F-EFC31BB1B09D}"/>
              </a:ext>
            </a:extLst>
          </p:cNvPr>
          <p:cNvSpPr>
            <a:spLocks noGrp="1"/>
          </p:cNvSpPr>
          <p:nvPr>
            <p:ph type="sldNum" sz="quarter" idx="12"/>
          </p:nvPr>
        </p:nvSpPr>
        <p:spPr/>
        <p:txBody>
          <a:bodyPr/>
          <a:lstStyle/>
          <a:p>
            <a:fld id="{8FC9A086-BFC2-4CFE-8829-1F6226ADC8B6}" type="slidenum">
              <a:rPr lang="en-US" smtClean="0"/>
              <a:t>‹#›</a:t>
            </a:fld>
            <a:endParaRPr lang="en-US"/>
          </a:p>
        </p:txBody>
      </p:sp>
    </p:spTree>
    <p:extLst>
      <p:ext uri="{BB962C8B-B14F-4D97-AF65-F5344CB8AC3E}">
        <p14:creationId xmlns:p14="http://schemas.microsoft.com/office/powerpoint/2010/main" val="19083576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hank you ">
    <p:bg>
      <p:bgPr>
        <a:solidFill>
          <a:srgbClr val="000000"/>
        </a:solidFill>
        <a:effectLst/>
      </p:bgPr>
    </p:bg>
    <p:spTree>
      <p:nvGrpSpPr>
        <p:cNvPr id="1" name=""/>
        <p:cNvGrpSpPr/>
        <p:nvPr/>
      </p:nvGrpSpPr>
      <p:grpSpPr>
        <a:xfrm>
          <a:off x="0" y="0"/>
          <a:ext cx="0" cy="0"/>
          <a:chOff x="0" y="0"/>
          <a:chExt cx="0" cy="0"/>
        </a:xfrm>
      </p:grpSpPr>
      <p:pic>
        <p:nvPicPr>
          <p:cNvPr id="3" name="Picture 2" descr="A blue and white gradient&#10;&#10;AI-generated content may be incorrect.">
            <a:extLst>
              <a:ext uri="{FF2B5EF4-FFF2-40B4-BE49-F238E27FC236}">
                <a16:creationId xmlns:a16="http://schemas.microsoft.com/office/drawing/2014/main" id="{B1434823-A993-4891-D507-11A7222B1F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descr="A blue rectangle in a black background&#10;&#10;AI-generated content may be incorrect.">
            <a:extLst>
              <a:ext uri="{FF2B5EF4-FFF2-40B4-BE49-F238E27FC236}">
                <a16:creationId xmlns:a16="http://schemas.microsoft.com/office/drawing/2014/main" id="{958AAFC2-54C0-8004-C214-941FE32D11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640412" y="1820590"/>
            <a:ext cx="2884729" cy="8298180"/>
          </a:xfrm>
          <a:prstGeom prst="rect">
            <a:avLst/>
          </a:prstGeom>
        </p:spPr>
      </p:pic>
      <p:sp>
        <p:nvSpPr>
          <p:cNvPr id="31" name="TextBox 30">
            <a:extLst>
              <a:ext uri="{FF2B5EF4-FFF2-40B4-BE49-F238E27FC236}">
                <a16:creationId xmlns:a16="http://schemas.microsoft.com/office/drawing/2014/main" id="{0C840639-8979-42F9-CF5B-5F471C757C54}"/>
              </a:ext>
            </a:extLst>
          </p:cNvPr>
          <p:cNvSpPr txBox="1"/>
          <p:nvPr userDrawn="1"/>
        </p:nvSpPr>
        <p:spPr>
          <a:xfrm>
            <a:off x="4358263" y="2321003"/>
            <a:ext cx="6535406" cy="2215991"/>
          </a:xfrm>
          <a:prstGeom prst="rect">
            <a:avLst/>
          </a:prstGeom>
          <a:noFill/>
        </p:spPr>
        <p:txBody>
          <a:bodyPr wrap="square" rtlCol="0" anchor="ctr">
            <a:spAutoFit/>
          </a:bodyPr>
          <a:lstStyle/>
          <a:p>
            <a:pPr algn="l"/>
            <a:r>
              <a:rPr lang="en-US" sz="9000" b="1" i="0" spc="-150">
                <a:solidFill>
                  <a:schemeClr val="bg1"/>
                </a:solidFill>
                <a:latin typeface="Aptos" pitchFamily="2" charset="77"/>
              </a:rPr>
              <a:t>Thank you</a:t>
            </a:r>
          </a:p>
          <a:p>
            <a:pPr algn="l"/>
            <a:r>
              <a:rPr lang="en-US" sz="4800" b="1" i="0" spc="-150">
                <a:solidFill>
                  <a:schemeClr val="bg1"/>
                </a:solidFill>
                <a:latin typeface="Aptos" pitchFamily="2" charset="77"/>
              </a:rPr>
              <a:t>gh.io/copilot</a:t>
            </a:r>
          </a:p>
        </p:txBody>
      </p:sp>
    </p:spTree>
    <p:extLst>
      <p:ext uri="{BB962C8B-B14F-4D97-AF65-F5344CB8AC3E}">
        <p14:creationId xmlns:p14="http://schemas.microsoft.com/office/powerpoint/2010/main" val="22180129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mo 2">
    <p:bg>
      <p:bgRef idx="1001">
        <a:schemeClr val="bg1"/>
      </p:bgRef>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526614" y="550334"/>
            <a:ext cx="2596138" cy="306109"/>
          </a:xfrm>
          <a:prstGeom prst="rect">
            <a:avLst/>
          </a:prstGeom>
        </p:spPr>
        <p:txBody>
          <a:bodyPr wrap="square">
            <a:spAutoFit/>
          </a:bodyPr>
          <a:lstStyle>
            <a:lvl1pPr marL="0" indent="0" algn="l" defTabSz="457109" rtl="0" eaLnBrk="1" latinLnBrk="0" hangingPunct="1">
              <a:lnSpc>
                <a:spcPts val="1800"/>
              </a:lnSpc>
              <a:buNone/>
              <a:defRPr lang="en-US" sz="1200" b="0" i="0" kern="0" spc="-28" baseline="0" dirty="0">
                <a:solidFill>
                  <a:schemeClr val="tx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indent="0" algn="l">
              <a:lnSpc>
                <a:spcPts val="1800"/>
              </a:lnSpc>
              <a:buNone/>
            </a:pPr>
            <a:r>
              <a:rPr lang="en-US" sz="1400" kern="0" spc="-28">
                <a:solidFill>
                  <a:schemeClr val="bg2"/>
                </a:solidFill>
                <a:latin typeface="Segoe UI Variable Display Semibold" pitchFamily="34" charset="0"/>
                <a:ea typeface="Segoe UI Variable Display Semibold" pitchFamily="34" charset="-122"/>
                <a:cs typeface="Segoe UI Variable Display Semibold" pitchFamily="34" charset="-120"/>
              </a:rPr>
              <a:t>Product name</a:t>
            </a:r>
            <a:endParaRPr lang="en-US" sz="1400">
              <a:solidFill>
                <a:schemeClr val="bg2"/>
              </a:solidFill>
            </a:endParaRP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526614" y="854500"/>
            <a:ext cx="2596138" cy="365806"/>
          </a:xfrm>
          <a:prstGeom prst="rect">
            <a:avLst/>
          </a:prstGeom>
        </p:spPr>
        <p:txBody>
          <a:bodyPr wrap="square">
            <a:spAutoFit/>
          </a:bodyPr>
          <a:lstStyle>
            <a:lvl1pPr marL="0" indent="0" algn="l" defTabSz="457109" rtl="0" eaLnBrk="1" latinLnBrk="0" hangingPunct="1">
              <a:lnSpc>
                <a:spcPts val="2200"/>
              </a:lnSpc>
              <a:buNone/>
              <a:defRPr lang="en-US" sz="1600" b="0" i="0" kern="0" spc="-36" baseline="0" dirty="0" smtClean="0">
                <a:solidFill>
                  <a:schemeClr val="tx1"/>
                </a:solidFill>
                <a:latin typeface="+mn-lt"/>
                <a:ea typeface="Segoe UI Semibold" panose="020B0702040204020203" pitchFamily="34" charset="0"/>
                <a:cs typeface="Segoe UI Semibold" panose="020B0702040204020203" pitchFamily="34" charset="0"/>
              </a:defRPr>
            </a:lvl1pPr>
          </a:lstStyle>
          <a:p>
            <a:pPr marL="0" indent="0" algn="l">
              <a:lnSpc>
                <a:spcPts val="2200"/>
              </a:lnSpc>
              <a:buNone/>
            </a:pPr>
            <a:r>
              <a:rPr lang="en-US" sz="1800" kern="0" spc="-36">
                <a:solidFill>
                  <a:schemeClr val="bg1"/>
                </a:solidFill>
                <a:latin typeface="Segoe UI Variable Display Semibold" pitchFamily="34" charset="0"/>
                <a:ea typeface="Segoe UI Variable Display Semibold" pitchFamily="34" charset="-122"/>
                <a:cs typeface="Segoe UI Variable Display Semibold" pitchFamily="34" charset="-120"/>
              </a:rPr>
              <a:t>Demo title</a:t>
            </a:r>
            <a:endParaRPr lang="en-US" sz="1800">
              <a:solidFill>
                <a:schemeClr val="bg1"/>
              </a:solidFill>
            </a:endParaRPr>
          </a:p>
        </p:txBody>
      </p:sp>
    </p:spTree>
    <p:extLst>
      <p:ext uri="{BB962C8B-B14F-4D97-AF65-F5344CB8AC3E}">
        <p14:creationId xmlns:p14="http://schemas.microsoft.com/office/powerpoint/2010/main" val="177038194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pilot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35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urity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2CE00D18-58A3-619E-6372-329E8F278A4F}"/>
              </a:ext>
            </a:extLst>
          </p:cNvPr>
          <p:cNvSpPr>
            <a:spLocks noGrp="1"/>
          </p:cNvSpPr>
          <p:nvPr>
            <p:ph type="pic" sz="quarter" idx="33"/>
          </p:nvPr>
        </p:nvSpPr>
        <p:spPr>
          <a:xfrm>
            <a:off x="0" y="0"/>
            <a:ext cx="6103938" cy="6858000"/>
          </a:xfrm>
          <a:prstGeom prst="rect">
            <a:avLst/>
          </a:prstGeom>
          <a:solidFill>
            <a:schemeClr val="accent1"/>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85888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6115353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39396869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79134B-F8BD-AF84-FC8F-B01F81F73C15}"/>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Title 1">
            <a:extLst>
              <a:ext uri="{FF2B5EF4-FFF2-40B4-BE49-F238E27FC236}">
                <a16:creationId xmlns:a16="http://schemas.microsoft.com/office/drawing/2014/main" id="{8BBF8ABC-61EB-DB2E-3AFE-76A947CAA49E}"/>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tx1"/>
                </a:solidFill>
                <a:latin typeface="Aptos" pitchFamily="2" charset="77"/>
              </a:defRPr>
            </a:lvl1pPr>
          </a:lstStyle>
          <a:p>
            <a:r>
              <a:rPr lang="en-US"/>
              <a:t>Section title</a:t>
            </a:r>
          </a:p>
        </p:txBody>
      </p:sp>
    </p:spTree>
    <p:extLst>
      <p:ext uri="{BB962C8B-B14F-4D97-AF65-F5344CB8AC3E}">
        <p14:creationId xmlns:p14="http://schemas.microsoft.com/office/powerpoint/2010/main" val="17817598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Blank entire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47033"/>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Large statement">
    <p:bg>
      <p:bgPr>
        <a:solidFill>
          <a:srgbClr val="00000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D297C2-5418-53A0-4896-D3DF23A9840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973B4A32-ECA6-046E-1DE4-D4275E8AE137}"/>
              </a:ext>
            </a:extLst>
          </p:cNvPr>
          <p:cNvSpPr>
            <a:spLocks noGrp="1"/>
          </p:cNvSpPr>
          <p:nvPr>
            <p:ph type="ctrTitle" hasCustomPrompt="1"/>
          </p:nvPr>
        </p:nvSpPr>
        <p:spPr>
          <a:xfrm>
            <a:off x="1005200" y="1392321"/>
            <a:ext cx="10181601" cy="4073363"/>
          </a:xfrm>
          <a:prstGeom prst="rect">
            <a:avLst/>
          </a:prstGeom>
        </p:spPr>
        <p:txBody>
          <a:bodyPr anchor="ctr">
            <a:normAutofit/>
          </a:bodyPr>
          <a:lstStyle>
            <a:lvl1pPr algn="ctr">
              <a:lnSpc>
                <a:spcPct val="80000"/>
              </a:lnSpc>
              <a:defRPr sz="5998" b="1" i="0">
                <a:solidFill>
                  <a:schemeClr val="tx1"/>
                </a:solidFill>
                <a:latin typeface="Aptos" pitchFamily="2" charset="77"/>
              </a:defRPr>
            </a:lvl1pPr>
          </a:lstStyle>
          <a:p>
            <a:r>
              <a:rPr lang="en-US"/>
              <a:t>Large Statement</a:t>
            </a:r>
          </a:p>
        </p:txBody>
      </p:sp>
    </p:spTree>
    <p:extLst>
      <p:ext uri="{BB962C8B-B14F-4D97-AF65-F5344CB8AC3E}">
        <p14:creationId xmlns:p14="http://schemas.microsoft.com/office/powerpoint/2010/main" val="38232960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Roadmap slide_1 feature stacked">
    <p:bg>
      <p:bgPr>
        <a:solidFill>
          <a:srgbClr val="10141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D66609-CC3C-9FFB-681F-7C5BE88A3C69}"/>
              </a:ext>
            </a:extLst>
          </p:cNvPr>
          <p:cNvPicPr>
            <a:picLocks noChangeAspect="1"/>
          </p:cNvPicPr>
          <p:nvPr userDrawn="1"/>
        </p:nvPicPr>
        <p:blipFill>
          <a:blip r:embed="rId2"/>
          <a:srcRect b="38309"/>
          <a:stretch>
            <a:fillRect/>
          </a:stretch>
        </p:blipFill>
        <p:spPr>
          <a:xfrm>
            <a:off x="-64" y="2627377"/>
            <a:ext cx="12192127" cy="4229732"/>
          </a:xfrm>
          <a:prstGeom prst="rect">
            <a:avLst/>
          </a:prstGeom>
        </p:spPr>
      </p:pic>
      <p:sp>
        <p:nvSpPr>
          <p:cNvPr id="3" name="Picture Placeholder 20">
            <a:extLst>
              <a:ext uri="{FF2B5EF4-FFF2-40B4-BE49-F238E27FC236}">
                <a16:creationId xmlns:a16="http://schemas.microsoft.com/office/drawing/2014/main" id="{7C2B2D0B-3DF8-E88D-2E48-D387F867400F}"/>
              </a:ext>
            </a:extLst>
          </p:cNvPr>
          <p:cNvSpPr>
            <a:spLocks noGrp="1"/>
          </p:cNvSpPr>
          <p:nvPr>
            <p:ph type="pic" sz="quarter" idx="33"/>
          </p:nvPr>
        </p:nvSpPr>
        <p:spPr>
          <a:xfrm>
            <a:off x="769820" y="3147473"/>
            <a:ext cx="10655535" cy="6428741"/>
          </a:xfrm>
          <a:prstGeom prst="roundRect">
            <a:avLst>
              <a:gd name="adj" fmla="val 2672"/>
            </a:avLst>
          </a:prstGeom>
          <a:solidFill>
            <a:schemeClr val="tx2"/>
          </a:solidFill>
          <a:ln>
            <a:noFill/>
          </a:ln>
        </p:spPr>
        <p:txBody>
          <a:bodyPr/>
          <a:lstStyle>
            <a:lvl1pPr algn="ctr">
              <a:defRPr b="0" i="0">
                <a:latin typeface="Mona Sans" pitchFamily="2" charset="77"/>
              </a:defRPr>
            </a:lvl1pPr>
          </a:lstStyle>
          <a:p>
            <a:r>
              <a:rPr lang="en-US"/>
              <a:t>Click icon to add picture</a:t>
            </a:r>
          </a:p>
        </p:txBody>
      </p:sp>
      <p:sp>
        <p:nvSpPr>
          <p:cNvPr id="4" name="Rectangle 3">
            <a:extLst>
              <a:ext uri="{FF2B5EF4-FFF2-40B4-BE49-F238E27FC236}">
                <a16:creationId xmlns:a16="http://schemas.microsoft.com/office/drawing/2014/main" id="{C55B1A28-2AE4-D9F2-F22F-7969CE329140}"/>
              </a:ext>
            </a:extLst>
          </p:cNvPr>
          <p:cNvSpPr/>
          <p:nvPr userDrawn="1"/>
        </p:nvSpPr>
        <p:spPr>
          <a:xfrm>
            <a:off x="-64" y="2627376"/>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Text Placeholder 23">
            <a:extLst>
              <a:ext uri="{FF2B5EF4-FFF2-40B4-BE49-F238E27FC236}">
                <a16:creationId xmlns:a16="http://schemas.microsoft.com/office/drawing/2014/main" id="{6345DBC2-1000-6AA6-48F5-8139726DE02E}"/>
              </a:ext>
            </a:extLst>
          </p:cNvPr>
          <p:cNvSpPr>
            <a:spLocks noGrp="1"/>
          </p:cNvSpPr>
          <p:nvPr>
            <p:ph type="body" sz="quarter" idx="35" hasCustomPrompt="1"/>
          </p:nvPr>
        </p:nvSpPr>
        <p:spPr>
          <a:xfrm>
            <a:off x="3449935" y="192962"/>
            <a:ext cx="5292128" cy="448550"/>
          </a:xfrm>
          <a:prstGeom prst="rect">
            <a:avLst/>
          </a:prstGeom>
        </p:spPr>
        <p:txBody>
          <a:bodyPr lIns="0" tIns="0" rIns="0" bIns="0" anchor="ctr" anchorCtr="0">
            <a:noAutofit/>
          </a:bodyPr>
          <a:lstStyle>
            <a:lvl1pPr marL="0" indent="0" algn="ctr">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 / GA / Q120XX</a:t>
            </a:r>
          </a:p>
        </p:txBody>
      </p:sp>
      <p:sp>
        <p:nvSpPr>
          <p:cNvPr id="7" name="Text Placeholder 23">
            <a:extLst>
              <a:ext uri="{FF2B5EF4-FFF2-40B4-BE49-F238E27FC236}">
                <a16:creationId xmlns:a16="http://schemas.microsoft.com/office/drawing/2014/main" id="{68DFC8AC-7EA9-216E-0677-57987A765EE9}"/>
              </a:ext>
            </a:extLst>
          </p:cNvPr>
          <p:cNvSpPr>
            <a:spLocks noGrp="1"/>
          </p:cNvSpPr>
          <p:nvPr>
            <p:ph type="body" sz="quarter" idx="36" hasCustomPrompt="1"/>
          </p:nvPr>
        </p:nvSpPr>
        <p:spPr>
          <a:xfrm>
            <a:off x="2336775" y="1185900"/>
            <a:ext cx="7518452" cy="1226592"/>
          </a:xfrm>
          <a:prstGeom prst="rect">
            <a:avLst/>
          </a:prstGeom>
        </p:spPr>
        <p:txBody>
          <a:bodyPr lIns="0" tIns="0" rIns="0" bIns="0" anchor="ctr" anchorCtr="0">
            <a:noAutofit/>
          </a:bodyPr>
          <a:lstStyle>
            <a:lvl1pPr marL="0" indent="0" algn="ctr">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A value prop in sentence case that is 12 words or less</a:t>
            </a:r>
          </a:p>
        </p:txBody>
      </p:sp>
    </p:spTree>
    <p:extLst>
      <p:ext uri="{BB962C8B-B14F-4D97-AF65-F5344CB8AC3E}">
        <p14:creationId xmlns:p14="http://schemas.microsoft.com/office/powerpoint/2010/main" val="147875493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and image stacked">
    <p:bg>
      <p:bgPr>
        <a:solidFill>
          <a:srgbClr val="101411"/>
        </a:solidFill>
        <a:effectLst/>
      </p:bgPr>
    </p:bg>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FB48DDF7-AECB-429E-30C3-63D9A783C5FD}"/>
              </a:ext>
            </a:extLst>
          </p:cNvPr>
          <p:cNvSpPr>
            <a:spLocks noGrp="1"/>
          </p:cNvSpPr>
          <p:nvPr>
            <p:ph type="pic" sz="quarter" idx="37"/>
          </p:nvPr>
        </p:nvSpPr>
        <p:spPr>
          <a:xfrm>
            <a:off x="405234" y="2332944"/>
            <a:ext cx="11377970" cy="3702731"/>
          </a:xfrm>
          <a:prstGeom prst="roundRect">
            <a:avLst>
              <a:gd name="adj" fmla="val 2301"/>
            </a:avLst>
          </a:prstGeom>
          <a:solidFill>
            <a:schemeClr val="tx2"/>
          </a:solidFill>
        </p:spPr>
        <p:txBody>
          <a:bodyPr/>
          <a:lstStyle>
            <a:lvl1pPr algn="ctr">
              <a:defRPr/>
            </a:lvl1pPr>
          </a:lstStyle>
          <a:p>
            <a:r>
              <a:rPr lang="en-US"/>
              <a:t>Click icon to add picture</a:t>
            </a:r>
          </a:p>
        </p:txBody>
      </p:sp>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2" y="398216"/>
            <a:ext cx="11391691"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9" name="Text Placeholder 6">
            <a:extLst>
              <a:ext uri="{FF2B5EF4-FFF2-40B4-BE49-F238E27FC236}">
                <a16:creationId xmlns:a16="http://schemas.microsoft.com/office/drawing/2014/main" id="{9D4E1238-CA0E-8DAD-9C8A-CD2ACBBAD58C}"/>
              </a:ext>
            </a:extLst>
          </p:cNvPr>
          <p:cNvSpPr>
            <a:spLocks noGrp="1"/>
          </p:cNvSpPr>
          <p:nvPr>
            <p:ph type="body" sz="quarter" idx="48" hasCustomPrompt="1"/>
          </p:nvPr>
        </p:nvSpPr>
        <p:spPr>
          <a:xfrm>
            <a:off x="402442" y="796205"/>
            <a:ext cx="11387245" cy="1133856"/>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370157928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ection">
    <p:bg>
      <p:bgPr>
        <a:solidFill>
          <a:srgbClr val="10141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3F0248E-07E8-06F9-9AAF-0C1CD16713FB}"/>
              </a:ext>
            </a:extLst>
          </p:cNvPr>
          <p:cNvSpPr>
            <a:spLocks noGrp="1" noRot="1" noMove="1" noResize="1" noEditPoints="1" noAdjustHandles="1" noChangeArrowheads="1" noChangeShapeType="1"/>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51BEE7DE-452C-214F-7F38-C14C82A42BDA}"/>
              </a:ext>
            </a:extLst>
          </p:cNvPr>
          <p:cNvSpPr>
            <a:spLocks noGrp="1" noRot="1" noMove="1" noResize="1" noEditPoints="1" noAdjustHandles="1" noChangeArrowheads="1" noChangeShapeType="1"/>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Graphic 16">
            <a:extLst>
              <a:ext uri="{FF2B5EF4-FFF2-40B4-BE49-F238E27FC236}">
                <a16:creationId xmlns:a16="http://schemas.microsoft.com/office/drawing/2014/main" id="{D7749530-64E1-E47A-E8E6-06385AE5551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8" name="Text Placeholder 13">
            <a:extLst>
              <a:ext uri="{FF2B5EF4-FFF2-40B4-BE49-F238E27FC236}">
                <a16:creationId xmlns:a16="http://schemas.microsoft.com/office/drawing/2014/main" id="{47249D01-C24C-14C8-0425-CFAD66343AB4}"/>
              </a:ext>
            </a:extLst>
          </p:cNvPr>
          <p:cNvSpPr>
            <a:spLocks noGrp="1" noRot="1" noMove="1" noResize="1" noEditPoints="1" noAdjustHandles="1" noChangeArrowheads="1" noChangeShapeType="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5" name="Text Placeholder 4">
            <a:extLst>
              <a:ext uri="{FF2B5EF4-FFF2-40B4-BE49-F238E27FC236}">
                <a16:creationId xmlns:a16="http://schemas.microsoft.com/office/drawing/2014/main" id="{F692EC6E-F38D-2EB6-3559-4D76ED163812}"/>
              </a:ext>
            </a:extLst>
          </p:cNvPr>
          <p:cNvSpPr>
            <a:spLocks noGrp="1"/>
          </p:cNvSpPr>
          <p:nvPr>
            <p:ph type="body" sz="quarter" idx="11" hasCustomPrompt="1"/>
          </p:nvPr>
        </p:nvSpPr>
        <p:spPr>
          <a:xfrm>
            <a:off x="397364" y="419100"/>
            <a:ext cx="11415126" cy="6017824"/>
          </a:xfrm>
          <a:prstGeom prst="rect">
            <a:avLst/>
          </a:prstGeom>
        </p:spPr>
        <p:txBody>
          <a:bodyPr lIns="0" tIns="0" rIns="0" bIns="0" anchor="b"/>
          <a:lstStyle>
            <a:lvl1pPr>
              <a:defRPr sz="9600"/>
            </a:lvl1pPr>
          </a:lstStyle>
          <a:p>
            <a:pPr lvl="0"/>
            <a:r>
              <a:rPr lang="en-US"/>
              <a:t>Section name</a:t>
            </a:r>
          </a:p>
        </p:txBody>
      </p:sp>
    </p:spTree>
    <p:extLst>
      <p:ext uri="{BB962C8B-B14F-4D97-AF65-F5344CB8AC3E}">
        <p14:creationId xmlns:p14="http://schemas.microsoft.com/office/powerpoint/2010/main" val="251302849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8EB23-30EC-D9A5-D09F-EBD7B052AF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A7FA7F-82B9-D117-26CB-9657C199A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5878170"/>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6" r:id="rId10"/>
    <p:sldLayoutId id="2147483778" r:id="rId11"/>
    <p:sldLayoutId id="2147483780" r:id="rId12"/>
    <p:sldLayoutId id="2147483782" r:id="rId13"/>
    <p:sldLayoutId id="2147483786" r:id="rId14"/>
    <p:sldLayoutId id="2147483787" r:id="rId15"/>
    <p:sldLayoutId id="2147483789" r:id="rId16"/>
    <p:sldLayoutId id="2147483791" r:id="rId17"/>
    <p:sldLayoutId id="2147483793" r:id="rId18"/>
    <p:sldLayoutId id="2147483839" r:id="rId19"/>
    <p:sldLayoutId id="2147483842" r:id="rId20"/>
    <p:sldLayoutId id="2147483844" r:id="rId21"/>
    <p:sldLayoutId id="2147483686" r:id="rId22"/>
    <p:sldLayoutId id="2147483764" r:id="rId23"/>
    <p:sldLayoutId id="2147483702" r:id="rId24"/>
    <p:sldLayoutId id="2147483703" r:id="rId25"/>
    <p:sldLayoutId id="2147483704" r:id="rId26"/>
    <p:sldLayoutId id="2147483705" r:id="rId27"/>
    <p:sldLayoutId id="2147483707" r:id="rId28"/>
    <p:sldLayoutId id="2147483708" r:id="rId29"/>
    <p:sldLayoutId id="2147483709" r:id="rId30"/>
    <p:sldLayoutId id="2147483710" r:id="rId31"/>
    <p:sldLayoutId id="2147483713" r:id="rId32"/>
    <p:sldLayoutId id="2147483722" r:id="rId33"/>
    <p:sldLayoutId id="2147483723" r:id="rId34"/>
    <p:sldLayoutId id="2147483739" r:id="rId35"/>
    <p:sldLayoutId id="2147483742" r:id="rId36"/>
    <p:sldLayoutId id="2147483745" r:id="rId37"/>
    <p:sldLayoutId id="2147483753" r:id="rId38"/>
    <p:sldLayoutId id="2147483754" r:id="rId39"/>
    <p:sldLayoutId id="2147483755" r:id="rId40"/>
    <p:sldLayoutId id="2147483756" r:id="rId41"/>
    <p:sldLayoutId id="2147483859" r:id="rId42"/>
    <p:sldLayoutId id="2147483860" r:id="rId43"/>
    <p:sldLayoutId id="2147483866" r:id="rId44"/>
    <p:sldLayoutId id="2147483903" r:id="rId45"/>
    <p:sldLayoutId id="2147483904" r:id="rId46"/>
    <p:sldLayoutId id="2147483905" r:id="rId47"/>
    <p:sldLayoutId id="2147483906" r:id="rId48"/>
    <p:sldLayoutId id="2147483907" r:id="rId49"/>
    <p:sldLayoutId id="2147483908" r:id="rId50"/>
    <p:sldLayoutId id="2147483909" r:id="rId51"/>
    <p:sldLayoutId id="2147483910" r:id="rId52"/>
    <p:sldLayoutId id="2147483911" r:id="rId53"/>
    <p:sldLayoutId id="2147483912" r:id="rId54"/>
  </p:sldLayoutIdLst>
  <p:txStyles>
    <p:title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sv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2.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19.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5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43.png"/><Relationship Id="rId5" Type="http://schemas.openxmlformats.org/officeDocument/2006/relationships/image" Target="../media/image42.jpeg"/><Relationship Id="rId4" Type="http://schemas.openxmlformats.org/officeDocument/2006/relationships/image" Target="../media/image4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4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53.xml"/><Relationship Id="rId4" Type="http://schemas.openxmlformats.org/officeDocument/2006/relationships/image" Target="../media/image50.jpeg"/></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7FFFFFFA_84C679CB.xml"/><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7FFFFFFB_9BD2F2ED.xml"/><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42.xml"/><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A9979-E716-44FA-1DFB-30E52FD02ED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F1F53A6-89D0-3636-4495-9DB0794E2D41}"/>
              </a:ext>
            </a:extLst>
          </p:cNvPr>
          <p:cNvSpPr>
            <a:spLocks noGrp="1"/>
          </p:cNvSpPr>
          <p:nvPr>
            <p:ph type="body" sz="quarter" idx="36"/>
          </p:nvPr>
        </p:nvSpPr>
        <p:spPr/>
        <p:txBody>
          <a:bodyPr/>
          <a:lstStyle/>
          <a:p>
            <a:r>
              <a:rPr lang="en-US">
                <a:latin typeface="Mona Sans Display"/>
                <a:cs typeface="Mona Sans Display"/>
              </a:rPr>
              <a:t>Dev Days – GitHub Copilot CLI</a:t>
            </a:r>
            <a:endParaRPr lang="en-US"/>
          </a:p>
        </p:txBody>
      </p:sp>
      <p:sp>
        <p:nvSpPr>
          <p:cNvPr id="5" name="Text Placeholder 4">
            <a:extLst>
              <a:ext uri="{FF2B5EF4-FFF2-40B4-BE49-F238E27FC236}">
                <a16:creationId xmlns:a16="http://schemas.microsoft.com/office/drawing/2014/main" id="{2ECDA0D8-2477-697C-CFF9-A576E470101E}"/>
              </a:ext>
            </a:extLst>
          </p:cNvPr>
          <p:cNvSpPr>
            <a:spLocks noGrp="1"/>
          </p:cNvSpPr>
          <p:nvPr>
            <p:ph type="body" sz="quarter" idx="35"/>
          </p:nvPr>
        </p:nvSpPr>
        <p:spPr/>
        <p:txBody>
          <a:bodyPr/>
          <a:lstStyle/>
          <a:p>
            <a:endParaRPr lang="en-US"/>
          </a:p>
        </p:txBody>
      </p:sp>
      <p:pic>
        <p:nvPicPr>
          <p:cNvPr id="8" name="Picture 7">
            <a:extLst>
              <a:ext uri="{FF2B5EF4-FFF2-40B4-BE49-F238E27FC236}">
                <a16:creationId xmlns:a16="http://schemas.microsoft.com/office/drawing/2014/main" id="{697C1D3B-2C27-69B0-52E1-92B7A9711396}"/>
              </a:ext>
            </a:extLst>
          </p:cNvPr>
          <p:cNvPicPr>
            <a:picLocks noChangeAspect="1"/>
          </p:cNvPicPr>
          <p:nvPr/>
        </p:nvPicPr>
        <p:blipFill>
          <a:blip r:embed="rId3"/>
          <a:stretch>
            <a:fillRect/>
          </a:stretch>
        </p:blipFill>
        <p:spPr>
          <a:xfrm>
            <a:off x="1061356" y="2796416"/>
            <a:ext cx="10069287" cy="5435807"/>
          </a:xfrm>
          <a:prstGeom prst="roundRect">
            <a:avLst>
              <a:gd name="adj" fmla="val 3030"/>
            </a:avLst>
          </a:prstGeom>
          <a:ln>
            <a:solidFill>
              <a:srgbClr val="8A11AF"/>
            </a:solidFill>
          </a:ln>
        </p:spPr>
      </p:pic>
    </p:spTree>
    <p:extLst>
      <p:ext uri="{BB962C8B-B14F-4D97-AF65-F5344CB8AC3E}">
        <p14:creationId xmlns:p14="http://schemas.microsoft.com/office/powerpoint/2010/main" val="335950863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A6B51-B9AA-7073-E997-1A543EA6A10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5D60843-BA9A-98D5-E9FE-571878656462}"/>
              </a:ext>
            </a:extLst>
          </p:cNvPr>
          <p:cNvSpPr txBox="1"/>
          <p:nvPr/>
        </p:nvSpPr>
        <p:spPr>
          <a:xfrm>
            <a:off x="4659123" y="5725718"/>
            <a:ext cx="2873757" cy="769434"/>
          </a:xfrm>
          <a:prstGeom prst="rect">
            <a:avLst/>
          </a:prstGeom>
          <a:noFill/>
        </p:spPr>
        <p:txBody>
          <a:bodyPr wrap="square" rtlCol="0">
            <a:spAutoFit/>
          </a:bodyPr>
          <a:lstStyle/>
          <a:p>
            <a:pPr algn="ctr" defTabSz="2742103">
              <a:defRPr/>
            </a:pPr>
            <a:r>
              <a:rPr lang="en-US" sz="1467">
                <a:solidFill>
                  <a:srgbClr val="FFFFFF"/>
                </a:solidFill>
                <a:latin typeface="Mona Sans Display" panose="020B0604020202020204" charset="0"/>
                <a:cs typeface="Mona Sans Display" panose="020B0604020202020204" charset="0"/>
              </a:rPr>
              <a:t>Agentic SDLC</a:t>
            </a:r>
          </a:p>
          <a:p>
            <a:pPr algn="ctr" defTabSz="2742103">
              <a:defRPr/>
            </a:pPr>
            <a:r>
              <a:rPr lang="en-US" sz="1467">
                <a:solidFill>
                  <a:srgbClr val="FFFFFF"/>
                </a:solidFill>
                <a:latin typeface="Mona Sans Display" panose="020B0604020202020204" charset="0"/>
                <a:cs typeface="Mona Sans Display" panose="020B0604020202020204" charset="0"/>
              </a:rPr>
              <a:t>(2024-2025)</a:t>
            </a:r>
          </a:p>
          <a:p>
            <a:pPr algn="ctr" defTabSz="2742103">
              <a:defRPr/>
            </a:pPr>
            <a:endParaRPr lang="en-US" sz="1467">
              <a:solidFill>
                <a:srgbClr val="FFFFFF"/>
              </a:solidFill>
              <a:latin typeface="Mona Sans Display" panose="020B0604020202020204" charset="0"/>
              <a:cs typeface="Mona Sans Display" panose="020B0604020202020204" charset="0"/>
            </a:endParaRPr>
          </a:p>
        </p:txBody>
      </p:sp>
      <p:sp>
        <p:nvSpPr>
          <p:cNvPr id="21" name="TextBox 20">
            <a:extLst>
              <a:ext uri="{FF2B5EF4-FFF2-40B4-BE49-F238E27FC236}">
                <a16:creationId xmlns:a16="http://schemas.microsoft.com/office/drawing/2014/main" id="{7A3CD8E1-4519-6524-3B55-ACCEC09F8243}"/>
              </a:ext>
            </a:extLst>
          </p:cNvPr>
          <p:cNvSpPr txBox="1"/>
          <p:nvPr/>
        </p:nvSpPr>
        <p:spPr>
          <a:xfrm>
            <a:off x="7727725" y="5725720"/>
            <a:ext cx="2877960" cy="543725"/>
          </a:xfrm>
          <a:prstGeom prst="rect">
            <a:avLst/>
          </a:prstGeom>
          <a:noFill/>
        </p:spPr>
        <p:txBody>
          <a:bodyPr wrap="square" rtlCol="0">
            <a:spAutoFit/>
          </a:bodyPr>
          <a:lstStyle/>
          <a:p>
            <a:pPr algn="ctr" defTabSz="2742103">
              <a:defRPr/>
            </a:pPr>
            <a:r>
              <a:rPr lang="en-US" sz="1467">
                <a:solidFill>
                  <a:srgbClr val="FFFFFF"/>
                </a:solidFill>
                <a:latin typeface="Mona Sans Display" panose="020B0604020202020204" charset="0"/>
                <a:cs typeface="Mona Sans Display" panose="020B0604020202020204" charset="0"/>
              </a:rPr>
              <a:t>Hybrid teams</a:t>
            </a:r>
          </a:p>
          <a:p>
            <a:pPr algn="ctr" defTabSz="2742103">
              <a:defRPr/>
            </a:pPr>
            <a:r>
              <a:rPr lang="en-US" sz="1467">
                <a:solidFill>
                  <a:srgbClr val="FFFFFF"/>
                </a:solidFill>
                <a:latin typeface="Mona Sans Display" panose="020B0604020202020204" charset="0"/>
                <a:cs typeface="Mona Sans Display" panose="020B0604020202020204" charset="0"/>
              </a:rPr>
              <a:t>(2026+)</a:t>
            </a:r>
          </a:p>
        </p:txBody>
      </p:sp>
      <p:sp>
        <p:nvSpPr>
          <p:cNvPr id="38" name="Rounded Rectangle 37">
            <a:extLst>
              <a:ext uri="{FF2B5EF4-FFF2-40B4-BE49-F238E27FC236}">
                <a16:creationId xmlns:a16="http://schemas.microsoft.com/office/drawing/2014/main" id="{58D6E6EC-742C-9769-F718-B4CA9F838747}"/>
              </a:ext>
            </a:extLst>
          </p:cNvPr>
          <p:cNvSpPr/>
          <p:nvPr/>
        </p:nvSpPr>
        <p:spPr>
          <a:xfrm>
            <a:off x="2568829" y="2051677"/>
            <a:ext cx="928454" cy="320863"/>
          </a:xfrm>
          <a:prstGeom prst="roundRect">
            <a:avLst>
              <a:gd name="adj" fmla="val 50000"/>
            </a:avLst>
          </a:prstGeom>
          <a:solidFill>
            <a:srgbClr val="5FED83">
              <a:alpha val="10000"/>
            </a:srgbClr>
          </a:solidFill>
          <a:ln>
            <a:solidFill>
              <a:srgbClr val="5FED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r>
              <a:rPr lang="en-US" sz="1200">
                <a:solidFill>
                  <a:srgbClr val="8CF2A6"/>
                </a:solidFill>
                <a:latin typeface="Mona Sans Display" panose="020B0604020202020204" charset="0"/>
                <a:cs typeface="Mona Sans Display" panose="020B0604020202020204" charset="0"/>
              </a:rPr>
              <a:t>Wave 1</a:t>
            </a:r>
          </a:p>
        </p:txBody>
      </p:sp>
      <p:sp>
        <p:nvSpPr>
          <p:cNvPr id="39" name="Rounded Rectangle 38">
            <a:extLst>
              <a:ext uri="{FF2B5EF4-FFF2-40B4-BE49-F238E27FC236}">
                <a16:creationId xmlns:a16="http://schemas.microsoft.com/office/drawing/2014/main" id="{5A410C94-8DC2-D066-E405-F28985D2DC4C}"/>
              </a:ext>
            </a:extLst>
          </p:cNvPr>
          <p:cNvSpPr/>
          <p:nvPr/>
        </p:nvSpPr>
        <p:spPr>
          <a:xfrm>
            <a:off x="5631773" y="2051677"/>
            <a:ext cx="928454" cy="320863"/>
          </a:xfrm>
          <a:prstGeom prst="roundRect">
            <a:avLst>
              <a:gd name="adj" fmla="val 50000"/>
            </a:avLst>
          </a:prstGeom>
          <a:solidFill>
            <a:srgbClr val="5FED83">
              <a:alpha val="10000"/>
            </a:srgbClr>
          </a:solidFill>
          <a:ln>
            <a:solidFill>
              <a:srgbClr val="5FED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r>
              <a:rPr lang="en-US" sz="1200">
                <a:solidFill>
                  <a:srgbClr val="8CF2A6"/>
                </a:solidFill>
                <a:latin typeface="Mona Sans Display" panose="020B0604020202020204" charset="0"/>
                <a:cs typeface="Mona Sans Display" panose="020B0604020202020204" charset="0"/>
              </a:rPr>
              <a:t>Wave 2</a:t>
            </a:r>
          </a:p>
        </p:txBody>
      </p:sp>
      <p:sp>
        <p:nvSpPr>
          <p:cNvPr id="40" name="Rounded Rectangle 39">
            <a:extLst>
              <a:ext uri="{FF2B5EF4-FFF2-40B4-BE49-F238E27FC236}">
                <a16:creationId xmlns:a16="http://schemas.microsoft.com/office/drawing/2014/main" id="{C291F574-6DCE-5F22-9336-7E7D7EF5E534}"/>
              </a:ext>
            </a:extLst>
          </p:cNvPr>
          <p:cNvSpPr/>
          <p:nvPr/>
        </p:nvSpPr>
        <p:spPr>
          <a:xfrm>
            <a:off x="8704621" y="2051677"/>
            <a:ext cx="928454" cy="320863"/>
          </a:xfrm>
          <a:prstGeom prst="roundRect">
            <a:avLst>
              <a:gd name="adj" fmla="val 50000"/>
            </a:avLst>
          </a:prstGeom>
          <a:solidFill>
            <a:srgbClr val="5FED83">
              <a:alpha val="10000"/>
            </a:srgbClr>
          </a:solidFill>
          <a:ln>
            <a:solidFill>
              <a:srgbClr val="5FED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r>
              <a:rPr lang="en-US" sz="1200">
                <a:solidFill>
                  <a:srgbClr val="8CF2A6"/>
                </a:solidFill>
                <a:latin typeface="Mona Sans Display" panose="020B0604020202020204" charset="0"/>
                <a:cs typeface="Mona Sans Display" panose="020B0604020202020204" charset="0"/>
              </a:rPr>
              <a:t>Wave 3</a:t>
            </a:r>
          </a:p>
        </p:txBody>
      </p:sp>
      <p:grpSp>
        <p:nvGrpSpPr>
          <p:cNvPr id="230" name="Group 229">
            <a:extLst>
              <a:ext uri="{FF2B5EF4-FFF2-40B4-BE49-F238E27FC236}">
                <a16:creationId xmlns:a16="http://schemas.microsoft.com/office/drawing/2014/main" id="{2DC44EFF-62CB-DCA2-4ED8-61CFC82B9828}"/>
              </a:ext>
            </a:extLst>
          </p:cNvPr>
          <p:cNvGrpSpPr/>
          <p:nvPr/>
        </p:nvGrpSpPr>
        <p:grpSpPr>
          <a:xfrm>
            <a:off x="6560228" y="2168416"/>
            <a:ext cx="2144393" cy="87384"/>
            <a:chOff x="19681044" y="6268685"/>
            <a:chExt cx="6434857" cy="262221"/>
          </a:xfrm>
        </p:grpSpPr>
        <p:sp>
          <p:nvSpPr>
            <p:cNvPr id="41" name="Rectangle 40">
              <a:extLst>
                <a:ext uri="{FF2B5EF4-FFF2-40B4-BE49-F238E27FC236}">
                  <a16:creationId xmlns:a16="http://schemas.microsoft.com/office/drawing/2014/main" id="{367FBBDD-EBB5-6A1A-D63F-ACB53E4801AE}"/>
                </a:ext>
              </a:extLst>
            </p:cNvPr>
            <p:cNvSpPr/>
            <p:nvPr/>
          </p:nvSpPr>
          <p:spPr>
            <a:xfrm>
              <a:off x="19681044" y="6373575"/>
              <a:ext cx="6434857" cy="52442"/>
            </a:xfrm>
            <a:prstGeom prst="rect">
              <a:avLst/>
            </a:prstGeom>
            <a:gradFill flip="none" rotWithShape="1">
              <a:gsLst>
                <a:gs pos="0">
                  <a:srgbClr val="5FED83">
                    <a:alpha val="0"/>
                  </a:srgbClr>
                </a:gs>
                <a:gs pos="100000">
                  <a:srgbClr val="5FED83">
                    <a:alpha val="0"/>
                  </a:srgbClr>
                </a:gs>
                <a:gs pos="50000">
                  <a:srgbClr val="5FED8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endParaRPr lang="en-US" sz="4799">
                <a:solidFill>
                  <a:srgbClr val="FFFFFF"/>
                </a:solidFill>
                <a:latin typeface="Mona Sans Display" panose="020B0604020202020204" charset="0"/>
                <a:cs typeface="Mona Sans Display" panose="020B0604020202020204" charset="0"/>
              </a:endParaRPr>
            </a:p>
          </p:txBody>
        </p:sp>
        <p:sp>
          <p:nvSpPr>
            <p:cNvPr id="42" name="Oval 41">
              <a:extLst>
                <a:ext uri="{FF2B5EF4-FFF2-40B4-BE49-F238E27FC236}">
                  <a16:creationId xmlns:a16="http://schemas.microsoft.com/office/drawing/2014/main" id="{8BF527D9-C42D-C407-1B63-8C4291D01457}"/>
                </a:ext>
              </a:extLst>
            </p:cNvPr>
            <p:cNvSpPr>
              <a:spLocks noChangeAspect="1"/>
            </p:cNvSpPr>
            <p:nvPr/>
          </p:nvSpPr>
          <p:spPr>
            <a:xfrm>
              <a:off x="22767362" y="6268685"/>
              <a:ext cx="262221" cy="262221"/>
            </a:xfrm>
            <a:prstGeom prst="ellipse">
              <a:avLst/>
            </a:prstGeom>
            <a:solidFill>
              <a:srgbClr val="5FED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endParaRPr lang="en-US" sz="4799">
                <a:solidFill>
                  <a:srgbClr val="FFFFFF"/>
                </a:solidFill>
                <a:latin typeface="Mona Sans Display" panose="020B0604020202020204" charset="0"/>
                <a:cs typeface="Mona Sans Display" panose="020B0604020202020204" charset="0"/>
              </a:endParaRPr>
            </a:p>
          </p:txBody>
        </p:sp>
      </p:grpSp>
      <p:sp>
        <p:nvSpPr>
          <p:cNvPr id="84" name="TextBox 83">
            <a:extLst>
              <a:ext uri="{FF2B5EF4-FFF2-40B4-BE49-F238E27FC236}">
                <a16:creationId xmlns:a16="http://schemas.microsoft.com/office/drawing/2014/main" id="{A80B771D-A2C1-85D0-9F80-76A338EB7BFB}"/>
              </a:ext>
            </a:extLst>
          </p:cNvPr>
          <p:cNvSpPr txBox="1"/>
          <p:nvPr/>
        </p:nvSpPr>
        <p:spPr>
          <a:xfrm>
            <a:off x="4097373" y="794109"/>
            <a:ext cx="4006225" cy="707758"/>
          </a:xfrm>
          <a:prstGeom prst="rect">
            <a:avLst/>
          </a:prstGeom>
          <a:noFill/>
        </p:spPr>
        <p:txBody>
          <a:bodyPr wrap="square" rtlCol="0">
            <a:spAutoFit/>
          </a:bodyPr>
          <a:lstStyle/>
          <a:p>
            <a:pPr algn="ctr" defTabSz="2742103">
              <a:defRPr/>
            </a:pPr>
            <a:r>
              <a:rPr lang="en-US" sz="3999">
                <a:solidFill>
                  <a:srgbClr val="FFFFFF"/>
                </a:solidFill>
                <a:latin typeface="Mona Sans Display" panose="020B0604020202020204" charset="0"/>
                <a:cs typeface="Mona Sans Display" panose="020B0604020202020204" charset="0"/>
              </a:rPr>
              <a:t>Riding the waves</a:t>
            </a:r>
          </a:p>
        </p:txBody>
      </p:sp>
      <p:grpSp>
        <p:nvGrpSpPr>
          <p:cNvPr id="221" name="Group 220">
            <a:extLst>
              <a:ext uri="{FF2B5EF4-FFF2-40B4-BE49-F238E27FC236}">
                <a16:creationId xmlns:a16="http://schemas.microsoft.com/office/drawing/2014/main" id="{C5598788-EBCF-66C7-615E-254D03DC0DEA}"/>
              </a:ext>
            </a:extLst>
          </p:cNvPr>
          <p:cNvGrpSpPr/>
          <p:nvPr/>
        </p:nvGrpSpPr>
        <p:grpSpPr>
          <a:xfrm>
            <a:off x="7306129" y="1782761"/>
            <a:ext cx="634147" cy="536959"/>
            <a:chOff x="13435479" y="4647353"/>
            <a:chExt cx="1902936" cy="1611297"/>
          </a:xfrm>
        </p:grpSpPr>
        <p:sp>
          <p:nvSpPr>
            <p:cNvPr id="23" name="Rounded Rectangle 22">
              <a:extLst>
                <a:ext uri="{FF2B5EF4-FFF2-40B4-BE49-F238E27FC236}">
                  <a16:creationId xmlns:a16="http://schemas.microsoft.com/office/drawing/2014/main" id="{866D2C4F-FA74-F760-AF2A-7ADB08FE85C1}"/>
                </a:ext>
              </a:extLst>
            </p:cNvPr>
            <p:cNvSpPr/>
            <p:nvPr/>
          </p:nvSpPr>
          <p:spPr>
            <a:xfrm>
              <a:off x="13435479" y="4647353"/>
              <a:ext cx="1902936" cy="657633"/>
            </a:xfrm>
            <a:prstGeom prst="roundRect">
              <a:avLst>
                <a:gd name="adj" fmla="val 50000"/>
              </a:avLst>
            </a:prstGeom>
            <a:solidFill>
              <a:schemeClr val="accent6">
                <a:alpha val="10000"/>
              </a:schemeClr>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r>
                <a:rPr lang="en-US" sz="1000">
                  <a:solidFill>
                    <a:srgbClr val="D3FA36"/>
                  </a:solidFill>
                  <a:latin typeface="Mona Sans Display" panose="020B0604020202020204" charset="0"/>
                  <a:cs typeface="Mona Sans Display" panose="020B0604020202020204" charset="0"/>
                </a:rPr>
                <a:t>Today</a:t>
              </a:r>
            </a:p>
          </p:txBody>
        </p:sp>
        <p:pic>
          <p:nvPicPr>
            <p:cNvPr id="86" name="Graphic 85">
              <a:extLst>
                <a:ext uri="{FF2B5EF4-FFF2-40B4-BE49-F238E27FC236}">
                  <a16:creationId xmlns:a16="http://schemas.microsoft.com/office/drawing/2014/main" id="{16D6836C-ACE0-6FC9-4753-66C5A35EE5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122547" y="5597633"/>
              <a:ext cx="528807" cy="661017"/>
            </a:xfrm>
            <a:prstGeom prst="rect">
              <a:avLst/>
            </a:prstGeom>
            <a:effectLst>
              <a:glow rad="139700">
                <a:srgbClr val="C16EFF">
                  <a:alpha val="21920"/>
                </a:srgbClr>
              </a:glow>
            </a:effectLst>
          </p:spPr>
        </p:pic>
      </p:grpSp>
      <p:sp>
        <p:nvSpPr>
          <p:cNvPr id="169" name="TextBox 168">
            <a:extLst>
              <a:ext uri="{FF2B5EF4-FFF2-40B4-BE49-F238E27FC236}">
                <a16:creationId xmlns:a16="http://schemas.microsoft.com/office/drawing/2014/main" id="{AFB5629A-4AE3-C070-BA38-2B003EAF0285}"/>
              </a:ext>
            </a:extLst>
          </p:cNvPr>
          <p:cNvSpPr txBox="1"/>
          <p:nvPr/>
        </p:nvSpPr>
        <p:spPr>
          <a:xfrm>
            <a:off x="1586314" y="5725720"/>
            <a:ext cx="2873758" cy="543725"/>
          </a:xfrm>
          <a:prstGeom prst="rect">
            <a:avLst/>
          </a:prstGeom>
          <a:noFill/>
        </p:spPr>
        <p:txBody>
          <a:bodyPr wrap="square" rtlCol="0">
            <a:spAutoFit/>
          </a:bodyPr>
          <a:lstStyle/>
          <a:p>
            <a:pPr algn="ctr" defTabSz="2742103">
              <a:defRPr/>
            </a:pPr>
            <a:r>
              <a:rPr lang="en-US" sz="1467">
                <a:solidFill>
                  <a:srgbClr val="FFFFFF"/>
                </a:solidFill>
                <a:latin typeface="Mona Sans Display" panose="020B0604020202020204" charset="0"/>
                <a:cs typeface="Mona Sans Display" panose="020B0604020202020204" charset="0"/>
              </a:rPr>
              <a:t>Code completion</a:t>
            </a:r>
          </a:p>
          <a:p>
            <a:pPr algn="ctr" defTabSz="2742103">
              <a:defRPr/>
            </a:pPr>
            <a:r>
              <a:rPr lang="en-US" sz="1467">
                <a:solidFill>
                  <a:srgbClr val="FFFFFF"/>
                </a:solidFill>
                <a:latin typeface="Mona Sans Display" panose="020B0604020202020204" charset="0"/>
                <a:cs typeface="Mona Sans Display" panose="020B0604020202020204" charset="0"/>
              </a:rPr>
              <a:t>(2021-2023)</a:t>
            </a:r>
          </a:p>
        </p:txBody>
      </p:sp>
      <p:grpSp>
        <p:nvGrpSpPr>
          <p:cNvPr id="237" name="Group 236">
            <a:extLst>
              <a:ext uri="{FF2B5EF4-FFF2-40B4-BE49-F238E27FC236}">
                <a16:creationId xmlns:a16="http://schemas.microsoft.com/office/drawing/2014/main" id="{031603B0-6F4F-90E8-EBDB-5C9ACCDBFC4D}"/>
              </a:ext>
            </a:extLst>
          </p:cNvPr>
          <p:cNvGrpSpPr/>
          <p:nvPr/>
        </p:nvGrpSpPr>
        <p:grpSpPr>
          <a:xfrm>
            <a:off x="4659122" y="2717921"/>
            <a:ext cx="2873758" cy="2825897"/>
            <a:chOff x="13976240" y="7637388"/>
            <a:chExt cx="8623520" cy="8479898"/>
          </a:xfrm>
        </p:grpSpPr>
        <p:grpSp>
          <p:nvGrpSpPr>
            <p:cNvPr id="190" name="Group 189">
              <a:extLst>
                <a:ext uri="{FF2B5EF4-FFF2-40B4-BE49-F238E27FC236}">
                  <a16:creationId xmlns:a16="http://schemas.microsoft.com/office/drawing/2014/main" id="{A9DC70F6-5CE5-A674-9C60-5CA7B37FB284}"/>
                </a:ext>
              </a:extLst>
            </p:cNvPr>
            <p:cNvGrpSpPr/>
            <p:nvPr/>
          </p:nvGrpSpPr>
          <p:grpSpPr>
            <a:xfrm>
              <a:off x="13976240" y="7637388"/>
              <a:ext cx="8623520" cy="8479898"/>
              <a:chOff x="1145511" y="1143002"/>
              <a:chExt cx="16893797" cy="16612437"/>
            </a:xfrm>
          </p:grpSpPr>
          <p:sp>
            <p:nvSpPr>
              <p:cNvPr id="191" name="Rounded Rectangle 190">
                <a:extLst>
                  <a:ext uri="{FF2B5EF4-FFF2-40B4-BE49-F238E27FC236}">
                    <a16:creationId xmlns:a16="http://schemas.microsoft.com/office/drawing/2014/main" id="{581D2F94-0520-8104-9CD6-F826C3D77FEE}"/>
                  </a:ext>
                </a:extLst>
              </p:cNvPr>
              <p:cNvSpPr/>
              <p:nvPr/>
            </p:nvSpPr>
            <p:spPr>
              <a:xfrm>
                <a:off x="1145513" y="1143002"/>
                <a:ext cx="16893795" cy="16612437"/>
              </a:xfrm>
              <a:prstGeom prst="roundRect">
                <a:avLst>
                  <a:gd name="adj" fmla="val 3598"/>
                </a:avLst>
              </a:prstGeom>
              <a:gradFill>
                <a:gsLst>
                  <a:gs pos="25000">
                    <a:schemeClr val="accent1"/>
                  </a:gs>
                  <a:gs pos="100000">
                    <a:schemeClr val="accent3"/>
                  </a:gs>
                </a:gsLst>
                <a:lin ang="5400000" scaled="1"/>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192" name="Picture 191" descr="A close up of a colorful cloud&#10;&#10;AI-generated content may be incorrect.">
                <a:extLst>
                  <a:ext uri="{FF2B5EF4-FFF2-40B4-BE49-F238E27FC236}">
                    <a16:creationId xmlns:a16="http://schemas.microsoft.com/office/drawing/2014/main" id="{4A5FB9B4-6DD4-12AA-9B6F-708C70399E0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5511" y="1906574"/>
                <a:ext cx="11965410" cy="13229919"/>
              </a:xfrm>
              <a:prstGeom prst="rect">
                <a:avLst/>
              </a:prstGeom>
            </p:spPr>
          </p:pic>
          <p:cxnSp>
            <p:nvCxnSpPr>
              <p:cNvPr id="193" name="Elbow Connector 192">
                <a:extLst>
                  <a:ext uri="{FF2B5EF4-FFF2-40B4-BE49-F238E27FC236}">
                    <a16:creationId xmlns:a16="http://schemas.microsoft.com/office/drawing/2014/main" id="{AF8A274C-5231-D617-F97B-99173E4C7148}"/>
                  </a:ext>
                </a:extLst>
              </p:cNvPr>
              <p:cNvCxnSpPr>
                <a:cxnSpLocks/>
                <a:stCxn id="197" idx="2"/>
                <a:endCxn id="199" idx="1"/>
              </p:cNvCxnSpPr>
              <p:nvPr/>
            </p:nvCxnSpPr>
            <p:spPr>
              <a:xfrm rot="16200000" flipH="1">
                <a:off x="10432245" y="10130918"/>
                <a:ext cx="2059602" cy="3084531"/>
              </a:xfrm>
              <a:prstGeom prst="bentConnector2">
                <a:avLst/>
              </a:prstGeom>
              <a:ln w="25400">
                <a:solidFill>
                  <a:schemeClr val="accent4"/>
                </a:solidFill>
                <a:tailEnd type="oval"/>
              </a:ln>
            </p:spPr>
            <p:style>
              <a:lnRef idx="1">
                <a:schemeClr val="accent1"/>
              </a:lnRef>
              <a:fillRef idx="0">
                <a:schemeClr val="accent1"/>
              </a:fillRef>
              <a:effectRef idx="0">
                <a:schemeClr val="accent1"/>
              </a:effectRef>
              <a:fontRef idx="minor">
                <a:schemeClr val="tx1"/>
              </a:fontRef>
            </p:style>
          </p:cxnSp>
          <p:grpSp>
            <p:nvGrpSpPr>
              <p:cNvPr id="194" name="Google Shape;1276;p65">
                <a:extLst>
                  <a:ext uri="{FF2B5EF4-FFF2-40B4-BE49-F238E27FC236}">
                    <a16:creationId xmlns:a16="http://schemas.microsoft.com/office/drawing/2014/main" id="{745D5918-B173-FA4B-322C-530097DAE123}"/>
                  </a:ext>
                  <a:ext uri="{C183D7F6-B498-43B3-948B-1728B52AA6E4}">
                    <adec:decorative xmlns:adec="http://schemas.microsoft.com/office/drawing/2017/decorative" val="1"/>
                  </a:ext>
                </a:extLst>
              </p:cNvPr>
              <p:cNvGrpSpPr/>
              <p:nvPr/>
            </p:nvGrpSpPr>
            <p:grpSpPr>
              <a:xfrm>
                <a:off x="9368961" y="5699190"/>
                <a:ext cx="921876" cy="921876"/>
                <a:chOff x="4027450" y="4768275"/>
                <a:chExt cx="58000" cy="58000"/>
              </a:xfrm>
              <a:solidFill>
                <a:schemeClr val="accent4"/>
              </a:solidFill>
            </p:grpSpPr>
            <p:sp>
              <p:nvSpPr>
                <p:cNvPr id="207" name="Google Shape;1277;p65">
                  <a:extLst>
                    <a:ext uri="{FF2B5EF4-FFF2-40B4-BE49-F238E27FC236}">
                      <a16:creationId xmlns:a16="http://schemas.microsoft.com/office/drawing/2014/main" id="{C54E2FE3-F770-5E5E-39A2-08FF6C3ACA56}"/>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208" name="Google Shape;1278;p65">
                  <a:extLst>
                    <a:ext uri="{FF2B5EF4-FFF2-40B4-BE49-F238E27FC236}">
                      <a16:creationId xmlns:a16="http://schemas.microsoft.com/office/drawing/2014/main" id="{B1FD2687-DE82-9641-4689-AF3A1BA167A3}"/>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195" name="Google Shape;1276;p65">
                <a:extLst>
                  <a:ext uri="{FF2B5EF4-FFF2-40B4-BE49-F238E27FC236}">
                    <a16:creationId xmlns:a16="http://schemas.microsoft.com/office/drawing/2014/main" id="{79E7507E-DE59-698B-830A-44086D3E188C}"/>
                  </a:ext>
                  <a:ext uri="{C183D7F6-B498-43B3-948B-1728B52AA6E4}">
                    <adec:decorative xmlns:adec="http://schemas.microsoft.com/office/drawing/2017/decorative" val="1"/>
                  </a:ext>
                </a:extLst>
              </p:cNvPr>
              <p:cNvGrpSpPr/>
              <p:nvPr/>
            </p:nvGrpSpPr>
            <p:grpSpPr>
              <a:xfrm>
                <a:off x="13227528" y="12240669"/>
                <a:ext cx="921876" cy="921876"/>
                <a:chOff x="4027450" y="4768275"/>
                <a:chExt cx="58000" cy="58000"/>
              </a:xfrm>
              <a:solidFill>
                <a:schemeClr val="accent4"/>
              </a:solidFill>
            </p:grpSpPr>
            <p:sp>
              <p:nvSpPr>
                <p:cNvPr id="205" name="Google Shape;1277;p65">
                  <a:extLst>
                    <a:ext uri="{FF2B5EF4-FFF2-40B4-BE49-F238E27FC236}">
                      <a16:creationId xmlns:a16="http://schemas.microsoft.com/office/drawing/2014/main" id="{9625A384-03BF-4304-4D74-82F55C1B2AAC}"/>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206" name="Google Shape;1278;p65">
                  <a:extLst>
                    <a:ext uri="{FF2B5EF4-FFF2-40B4-BE49-F238E27FC236}">
                      <a16:creationId xmlns:a16="http://schemas.microsoft.com/office/drawing/2014/main" id="{109032EF-1EFD-F83C-24D1-023E9D5849AA}"/>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sp>
            <p:nvSpPr>
              <p:cNvPr id="196" name="Rectangle 195">
                <a:extLst>
                  <a:ext uri="{FF2B5EF4-FFF2-40B4-BE49-F238E27FC236}">
                    <a16:creationId xmlns:a16="http://schemas.microsoft.com/office/drawing/2014/main" id="{660494DA-89FD-EEBD-C0E2-5BB4E10CE5FB}"/>
                  </a:ext>
                </a:extLst>
              </p:cNvPr>
              <p:cNvSpPr/>
              <p:nvPr/>
            </p:nvSpPr>
            <p:spPr>
              <a:xfrm>
                <a:off x="5166602" y="9276185"/>
                <a:ext cx="1367199" cy="1367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197" name="Rectangle 196">
                <a:extLst>
                  <a:ext uri="{FF2B5EF4-FFF2-40B4-BE49-F238E27FC236}">
                    <a16:creationId xmlns:a16="http://schemas.microsoft.com/office/drawing/2014/main" id="{9BE3105A-61F7-822B-ED7C-95C11D490129}"/>
                  </a:ext>
                </a:extLst>
              </p:cNvPr>
              <p:cNvSpPr/>
              <p:nvPr/>
            </p:nvSpPr>
            <p:spPr>
              <a:xfrm>
                <a:off x="9236183" y="9276185"/>
                <a:ext cx="1367199" cy="1367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198" name="Rectangle 197">
                <a:extLst>
                  <a:ext uri="{FF2B5EF4-FFF2-40B4-BE49-F238E27FC236}">
                    <a16:creationId xmlns:a16="http://schemas.microsoft.com/office/drawing/2014/main" id="{7F33BFF3-5E57-9F27-EE27-90EC5571AB7B}"/>
                  </a:ext>
                </a:extLst>
              </p:cNvPr>
              <p:cNvSpPr/>
              <p:nvPr/>
            </p:nvSpPr>
            <p:spPr>
              <a:xfrm>
                <a:off x="9145748" y="5477909"/>
                <a:ext cx="1367199" cy="1367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199" name="Rectangle 198">
                <a:extLst>
                  <a:ext uri="{FF2B5EF4-FFF2-40B4-BE49-F238E27FC236}">
                    <a16:creationId xmlns:a16="http://schemas.microsoft.com/office/drawing/2014/main" id="{CFFF8CE2-C7A7-C4D4-DCE9-1364D60799C0}"/>
                  </a:ext>
                </a:extLst>
              </p:cNvPr>
              <p:cNvSpPr/>
              <p:nvPr/>
            </p:nvSpPr>
            <p:spPr>
              <a:xfrm>
                <a:off x="13004315" y="12019385"/>
                <a:ext cx="1367199" cy="1367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cxnSp>
            <p:nvCxnSpPr>
              <p:cNvPr id="200" name="Elbow Connector 199">
                <a:extLst>
                  <a:ext uri="{FF2B5EF4-FFF2-40B4-BE49-F238E27FC236}">
                    <a16:creationId xmlns:a16="http://schemas.microsoft.com/office/drawing/2014/main" id="{D6B75052-E3EF-56A1-3383-99B0F6A0F8EA}"/>
                  </a:ext>
                </a:extLst>
              </p:cNvPr>
              <p:cNvCxnSpPr>
                <a:stCxn id="196" idx="0"/>
                <a:endCxn id="198" idx="1"/>
              </p:cNvCxnSpPr>
              <p:nvPr/>
            </p:nvCxnSpPr>
            <p:spPr>
              <a:xfrm rot="5400000" flipH="1" flipV="1">
                <a:off x="5940638" y="6071078"/>
                <a:ext cx="3114675" cy="3295545"/>
              </a:xfrm>
              <a:prstGeom prst="bentConnector2">
                <a:avLst/>
              </a:prstGeom>
              <a:ln w="0">
                <a:solidFill>
                  <a:schemeClr val="accent4"/>
                </a:solidFill>
                <a:tailEnd type="oval"/>
              </a:ln>
            </p:spPr>
            <p:style>
              <a:lnRef idx="1">
                <a:schemeClr val="accent1"/>
              </a:lnRef>
              <a:fillRef idx="0">
                <a:schemeClr val="accent1"/>
              </a:fillRef>
              <a:effectRef idx="0">
                <a:schemeClr val="accent1"/>
              </a:effectRef>
              <a:fontRef idx="minor">
                <a:schemeClr val="tx1"/>
              </a:fontRef>
            </p:style>
          </p:cxnSp>
          <p:pic>
            <p:nvPicPr>
              <p:cNvPr id="201" name="Picture 200">
                <a:extLst>
                  <a:ext uri="{FF2B5EF4-FFF2-40B4-BE49-F238E27FC236}">
                    <a16:creationId xmlns:a16="http://schemas.microsoft.com/office/drawing/2014/main" id="{6E1C65A2-1B25-6DCA-2C32-CF71A496A36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2572451" y="6302696"/>
                <a:ext cx="6555507" cy="6555507"/>
              </a:xfrm>
              <a:prstGeom prst="rect">
                <a:avLst/>
              </a:prstGeom>
            </p:spPr>
          </p:pic>
          <p:pic>
            <p:nvPicPr>
              <p:cNvPr id="202" name="Picture 201" descr="A blue and purple robot with yellow eyes and a sun&#10;&#10;AI-generated content may be incorrect.">
                <a:extLst>
                  <a:ext uri="{FF2B5EF4-FFF2-40B4-BE49-F238E27FC236}">
                    <a16:creationId xmlns:a16="http://schemas.microsoft.com/office/drawing/2014/main" id="{4A11D31A-3F90-D589-4E97-163F567625AB}"/>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6552148" y="6621066"/>
                <a:ext cx="6555507" cy="5662192"/>
              </a:xfrm>
              <a:prstGeom prst="rect">
                <a:avLst/>
              </a:prstGeom>
            </p:spPr>
          </p:pic>
          <p:pic>
            <p:nvPicPr>
              <p:cNvPr id="203" name="Picture 202" descr="A blue and purple helmet with a yellow center&#10;&#10;AI-generated content may be incorrect.">
                <a:extLst>
                  <a:ext uri="{FF2B5EF4-FFF2-40B4-BE49-F238E27FC236}">
                    <a16:creationId xmlns:a16="http://schemas.microsoft.com/office/drawing/2014/main" id="{3C1BDB84-92EC-ED44-C463-95C5FFF87A0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776788" y="6621068"/>
                <a:ext cx="5835579" cy="5835579"/>
              </a:xfrm>
              <a:prstGeom prst="rect">
                <a:avLst/>
              </a:prstGeom>
            </p:spPr>
          </p:pic>
          <p:sp>
            <p:nvSpPr>
              <p:cNvPr id="204" name="Rounded Rectangle 203">
                <a:extLst>
                  <a:ext uri="{FF2B5EF4-FFF2-40B4-BE49-F238E27FC236}">
                    <a16:creationId xmlns:a16="http://schemas.microsoft.com/office/drawing/2014/main" id="{8D0128D0-70FD-B935-77A7-53A6EA9F9F3B}"/>
                  </a:ext>
                </a:extLst>
              </p:cNvPr>
              <p:cNvSpPr/>
              <p:nvPr/>
            </p:nvSpPr>
            <p:spPr>
              <a:xfrm>
                <a:off x="2010927" y="4913643"/>
                <a:ext cx="15162960" cy="9071148"/>
              </a:xfrm>
              <a:prstGeom prst="roundRect">
                <a:avLst>
                  <a:gd name="adj" fmla="val 7576"/>
                </a:avLst>
              </a:prstGeom>
              <a:noFill/>
              <a:ln w="25400">
                <a:gradFill flip="none" rotWithShape="1">
                  <a:gsLst>
                    <a:gs pos="15000">
                      <a:schemeClr val="accent4">
                        <a:alpha val="0"/>
                      </a:schemeClr>
                    </a:gs>
                    <a:gs pos="100000">
                      <a:schemeClr val="accent4"/>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grpSp>
        <p:sp>
          <p:nvSpPr>
            <p:cNvPr id="15" name="Rounded Rectangle 14">
              <a:extLst>
                <a:ext uri="{FF2B5EF4-FFF2-40B4-BE49-F238E27FC236}">
                  <a16:creationId xmlns:a16="http://schemas.microsoft.com/office/drawing/2014/main" id="{1983329B-DC3A-409B-767B-A1813D07BE03}"/>
                </a:ext>
              </a:extLst>
            </p:cNvPr>
            <p:cNvSpPr/>
            <p:nvPr/>
          </p:nvSpPr>
          <p:spPr>
            <a:xfrm>
              <a:off x="15915539" y="8045145"/>
              <a:ext cx="4744925" cy="1105638"/>
            </a:xfrm>
            <a:prstGeom prst="roundRect">
              <a:avLst>
                <a:gd name="adj" fmla="val 50000"/>
              </a:avLst>
            </a:prstGeom>
            <a:solidFill>
              <a:schemeClr val="tx1"/>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lIns="91416" tIns="45708" rIns="91416" bIns="45708" rtlCol="0" anchor="ctr"/>
            <a:lstStyle/>
            <a:p>
              <a:pPr algn="ctr" defTabSz="2742103">
                <a:defRPr/>
              </a:pPr>
              <a:r>
                <a:rPr lang="en-US" sz="1050">
                  <a:solidFill>
                    <a:srgbClr val="000000"/>
                  </a:solidFill>
                  <a:latin typeface="Mona Sans Display" panose="020B0604020202020204" charset="0"/>
                  <a:cs typeface="Mona Sans Display" panose="020B0604020202020204" charset="0"/>
                </a:rPr>
                <a:t>Beyond pair programmers</a:t>
              </a:r>
            </a:p>
          </p:txBody>
        </p:sp>
      </p:grpSp>
      <p:grpSp>
        <p:nvGrpSpPr>
          <p:cNvPr id="235" name="Group 234">
            <a:extLst>
              <a:ext uri="{FF2B5EF4-FFF2-40B4-BE49-F238E27FC236}">
                <a16:creationId xmlns:a16="http://schemas.microsoft.com/office/drawing/2014/main" id="{4FBA3572-F022-AAAC-0739-5402710CE55E}"/>
              </a:ext>
            </a:extLst>
          </p:cNvPr>
          <p:cNvGrpSpPr/>
          <p:nvPr/>
        </p:nvGrpSpPr>
        <p:grpSpPr>
          <a:xfrm>
            <a:off x="1586314" y="2718488"/>
            <a:ext cx="2887184" cy="2824760"/>
            <a:chOff x="4755418" y="7639093"/>
            <a:chExt cx="8663808" cy="8476488"/>
          </a:xfrm>
        </p:grpSpPr>
        <p:pic>
          <p:nvPicPr>
            <p:cNvPr id="213" name="Picture 212" descr="A colorful background&#10;&#10;AI-generated content may be incorrect.">
              <a:extLst>
                <a:ext uri="{FF2B5EF4-FFF2-40B4-BE49-F238E27FC236}">
                  <a16:creationId xmlns:a16="http://schemas.microsoft.com/office/drawing/2014/main" id="{FE702DEB-1AF0-72AE-9163-F844F239BD4B}"/>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4755418" y="7639093"/>
              <a:ext cx="8623520" cy="8476488"/>
            </a:xfrm>
            <a:prstGeom prst="roundRect">
              <a:avLst>
                <a:gd name="adj" fmla="val 3667"/>
              </a:avLst>
            </a:prstGeom>
            <a:ln>
              <a:solidFill>
                <a:schemeClr val="tx2"/>
              </a:solidFill>
            </a:ln>
          </p:spPr>
        </p:pic>
        <p:sp>
          <p:nvSpPr>
            <p:cNvPr id="8" name="Rounded Rectangle 7">
              <a:extLst>
                <a:ext uri="{FF2B5EF4-FFF2-40B4-BE49-F238E27FC236}">
                  <a16:creationId xmlns:a16="http://schemas.microsoft.com/office/drawing/2014/main" id="{0DED8AD7-4595-1A64-695E-2A0EE20BECC3}"/>
                </a:ext>
              </a:extLst>
            </p:cNvPr>
            <p:cNvSpPr/>
            <p:nvPr/>
          </p:nvSpPr>
          <p:spPr>
            <a:xfrm>
              <a:off x="6846612" y="8208429"/>
              <a:ext cx="4441132" cy="942354"/>
            </a:xfrm>
            <a:prstGeom prst="roundRect">
              <a:avLst>
                <a:gd name="adj" fmla="val 50000"/>
              </a:avLst>
            </a:prstGeom>
            <a:solidFill>
              <a:schemeClr val="tx1"/>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2742103">
                <a:defRPr/>
              </a:pPr>
              <a:r>
                <a:rPr lang="en-US" sz="1050">
                  <a:solidFill>
                    <a:srgbClr val="000000"/>
                  </a:solidFill>
                  <a:latin typeface="Mona Sans Display" panose="020B0604020202020204" charset="0"/>
                  <a:cs typeface="Mona Sans Display" panose="020B0604020202020204" charset="0"/>
                </a:rPr>
                <a:t>Pair programmer</a:t>
              </a:r>
            </a:p>
          </p:txBody>
        </p:sp>
        <p:grpSp>
          <p:nvGrpSpPr>
            <p:cNvPr id="224" name="Group 223">
              <a:extLst>
                <a:ext uri="{FF2B5EF4-FFF2-40B4-BE49-F238E27FC236}">
                  <a16:creationId xmlns:a16="http://schemas.microsoft.com/office/drawing/2014/main" id="{380450AC-F2EA-244B-EBAC-7C098F2FDECA}"/>
                </a:ext>
              </a:extLst>
            </p:cNvPr>
            <p:cNvGrpSpPr>
              <a:grpSpLocks noChangeAspect="1"/>
            </p:cNvGrpSpPr>
            <p:nvPr/>
          </p:nvGrpSpPr>
          <p:grpSpPr>
            <a:xfrm>
              <a:off x="4828770" y="11099427"/>
              <a:ext cx="8590456" cy="4014794"/>
              <a:chOff x="2249726" y="9140613"/>
              <a:chExt cx="13835016" cy="6465865"/>
            </a:xfrm>
          </p:grpSpPr>
          <p:pic>
            <p:nvPicPr>
              <p:cNvPr id="215" name="Picture 214" descr="A cartoon of a cat with a butterfly&#10;&#10;AI-generated content may be incorrect.">
                <a:extLst>
                  <a:ext uri="{FF2B5EF4-FFF2-40B4-BE49-F238E27FC236}">
                    <a16:creationId xmlns:a16="http://schemas.microsoft.com/office/drawing/2014/main" id="{5A3559FE-992E-2CA2-DD4F-09E2F801F3E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249726" y="9183007"/>
                <a:ext cx="6423471" cy="6423471"/>
              </a:xfrm>
              <a:prstGeom prst="rect">
                <a:avLst/>
              </a:prstGeom>
            </p:spPr>
          </p:pic>
          <p:pic>
            <p:nvPicPr>
              <p:cNvPr id="217" name="Picture 216" descr="A blue and purple helmet with a yellow center&#10;&#10;AI-generated content may be incorrect.">
                <a:extLst>
                  <a:ext uri="{FF2B5EF4-FFF2-40B4-BE49-F238E27FC236}">
                    <a16:creationId xmlns:a16="http://schemas.microsoft.com/office/drawing/2014/main" id="{7309D4D5-AFD8-7342-3539-0ABE8288DCA4}"/>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rot="1405238" flipH="1">
                <a:off x="9661271" y="9140613"/>
                <a:ext cx="6423471" cy="6423471"/>
              </a:xfrm>
              <a:prstGeom prst="rect">
                <a:avLst/>
              </a:prstGeom>
            </p:spPr>
          </p:pic>
        </p:grpSp>
        <p:grpSp>
          <p:nvGrpSpPr>
            <p:cNvPr id="226" name="Group 225">
              <a:extLst>
                <a:ext uri="{FF2B5EF4-FFF2-40B4-BE49-F238E27FC236}">
                  <a16:creationId xmlns:a16="http://schemas.microsoft.com/office/drawing/2014/main" id="{1A28C18C-B646-FC34-CA8A-5B760B1C1079}"/>
                </a:ext>
              </a:extLst>
            </p:cNvPr>
            <p:cNvGrpSpPr/>
            <p:nvPr/>
          </p:nvGrpSpPr>
          <p:grpSpPr>
            <a:xfrm>
              <a:off x="8068786" y="10002920"/>
              <a:ext cx="1996785" cy="1996785"/>
              <a:chOff x="8068786" y="10407038"/>
              <a:chExt cx="1996785" cy="1996785"/>
            </a:xfrm>
          </p:grpSpPr>
          <p:sp>
            <p:nvSpPr>
              <p:cNvPr id="222" name="Oval 221">
                <a:extLst>
                  <a:ext uri="{FF2B5EF4-FFF2-40B4-BE49-F238E27FC236}">
                    <a16:creationId xmlns:a16="http://schemas.microsoft.com/office/drawing/2014/main" id="{75447F3F-A642-324C-7014-1ACD13E7EE4D}"/>
                  </a:ext>
                </a:extLst>
              </p:cNvPr>
              <p:cNvSpPr>
                <a:spLocks noChangeAspect="1"/>
              </p:cNvSpPr>
              <p:nvPr/>
            </p:nvSpPr>
            <p:spPr>
              <a:xfrm>
                <a:off x="8068786" y="10407038"/>
                <a:ext cx="1996785" cy="1996785"/>
              </a:xfrm>
              <a:prstGeom prst="ellipse">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225" name="Google Shape;1336;p65">
                <a:extLst>
                  <a:ext uri="{FF2B5EF4-FFF2-40B4-BE49-F238E27FC236}">
                    <a16:creationId xmlns:a16="http://schemas.microsoft.com/office/drawing/2014/main" id="{341A2C1E-772F-DB08-5731-1404A0B451EB}"/>
                  </a:ext>
                  <a:ext uri="{C183D7F6-B498-43B3-948B-1728B52AA6E4}">
                    <adec:decorative xmlns:adec="http://schemas.microsoft.com/office/drawing/2017/decorative" val="1"/>
                  </a:ext>
                </a:extLst>
              </p:cNvPr>
              <p:cNvSpPr/>
              <p:nvPr/>
            </p:nvSpPr>
            <p:spPr>
              <a:xfrm>
                <a:off x="8604650" y="10976282"/>
                <a:ext cx="925056" cy="858297"/>
              </a:xfrm>
              <a:custGeom>
                <a:avLst/>
                <a:gdLst/>
                <a:ahLst/>
                <a:cxnLst/>
                <a:rect l="l" t="t" r="r" b="b"/>
                <a:pathLst>
                  <a:path w="2328" h="2160" extrusionOk="0">
                    <a:moveTo>
                      <a:pt x="203" y="254"/>
                    </a:moveTo>
                    <a:cubicBezTo>
                      <a:pt x="456" y="1"/>
                      <a:pt x="902" y="1"/>
                      <a:pt x="1164" y="254"/>
                    </a:cubicBezTo>
                    <a:cubicBezTo>
                      <a:pt x="1164" y="254"/>
                      <a:pt x="1164" y="262"/>
                      <a:pt x="1172" y="262"/>
                    </a:cubicBezTo>
                    <a:cubicBezTo>
                      <a:pt x="1316" y="153"/>
                      <a:pt x="1484" y="60"/>
                      <a:pt x="1670" y="60"/>
                    </a:cubicBezTo>
                    <a:cubicBezTo>
                      <a:pt x="1839" y="60"/>
                      <a:pt x="2007" y="127"/>
                      <a:pt x="2142" y="254"/>
                    </a:cubicBezTo>
                    <a:cubicBezTo>
                      <a:pt x="2201" y="313"/>
                      <a:pt x="2243" y="380"/>
                      <a:pt x="2277" y="456"/>
                    </a:cubicBezTo>
                    <a:cubicBezTo>
                      <a:pt x="2311" y="540"/>
                      <a:pt x="2328" y="625"/>
                      <a:pt x="2328" y="734"/>
                    </a:cubicBezTo>
                    <a:cubicBezTo>
                      <a:pt x="2328" y="1055"/>
                      <a:pt x="2117" y="1350"/>
                      <a:pt x="1881" y="1586"/>
                    </a:cubicBezTo>
                    <a:cubicBezTo>
                      <a:pt x="1661" y="1814"/>
                      <a:pt x="1400" y="1999"/>
                      <a:pt x="1248" y="2117"/>
                    </a:cubicBezTo>
                    <a:cubicBezTo>
                      <a:pt x="1240" y="2126"/>
                      <a:pt x="1223" y="2134"/>
                      <a:pt x="1214" y="2143"/>
                    </a:cubicBezTo>
                    <a:cubicBezTo>
                      <a:pt x="1189" y="2160"/>
                      <a:pt x="1147" y="2160"/>
                      <a:pt x="1122" y="2143"/>
                    </a:cubicBezTo>
                    <a:cubicBezTo>
                      <a:pt x="1113" y="2134"/>
                      <a:pt x="1096" y="2126"/>
                      <a:pt x="1088" y="2117"/>
                    </a:cubicBezTo>
                    <a:cubicBezTo>
                      <a:pt x="936" y="1999"/>
                      <a:pt x="683" y="1814"/>
                      <a:pt x="456" y="1586"/>
                    </a:cubicBezTo>
                    <a:cubicBezTo>
                      <a:pt x="228" y="1350"/>
                      <a:pt x="9" y="1055"/>
                      <a:pt x="9" y="743"/>
                    </a:cubicBezTo>
                    <a:cubicBezTo>
                      <a:pt x="9" y="743"/>
                      <a:pt x="9" y="743"/>
                      <a:pt x="9" y="743"/>
                    </a:cubicBezTo>
                    <a:lnTo>
                      <a:pt x="9" y="734"/>
                    </a:lnTo>
                    <a:lnTo>
                      <a:pt x="9" y="743"/>
                    </a:lnTo>
                    <a:cubicBezTo>
                      <a:pt x="0" y="566"/>
                      <a:pt x="68" y="389"/>
                      <a:pt x="203" y="254"/>
                    </a:cubicBezTo>
                    <a:close/>
                    <a:moveTo>
                      <a:pt x="1046" y="363"/>
                    </a:moveTo>
                    <a:cubicBezTo>
                      <a:pt x="852" y="169"/>
                      <a:pt x="506" y="169"/>
                      <a:pt x="312" y="363"/>
                    </a:cubicBezTo>
                    <a:cubicBezTo>
                      <a:pt x="211" y="465"/>
                      <a:pt x="160" y="599"/>
                      <a:pt x="169" y="734"/>
                    </a:cubicBezTo>
                    <a:cubicBezTo>
                      <a:pt x="169" y="734"/>
                      <a:pt x="169" y="734"/>
                      <a:pt x="169" y="734"/>
                    </a:cubicBezTo>
                    <a:cubicBezTo>
                      <a:pt x="169" y="987"/>
                      <a:pt x="346" y="1240"/>
                      <a:pt x="574" y="1476"/>
                    </a:cubicBezTo>
                    <a:cubicBezTo>
                      <a:pt x="776" y="1687"/>
                      <a:pt x="1012" y="1864"/>
                      <a:pt x="1172" y="1982"/>
                    </a:cubicBezTo>
                    <a:cubicBezTo>
                      <a:pt x="1231" y="1932"/>
                      <a:pt x="1316" y="1873"/>
                      <a:pt x="1400" y="1805"/>
                    </a:cubicBezTo>
                    <a:lnTo>
                      <a:pt x="1172" y="1595"/>
                    </a:lnTo>
                    <a:cubicBezTo>
                      <a:pt x="1139" y="1569"/>
                      <a:pt x="1139" y="1519"/>
                      <a:pt x="1164" y="1485"/>
                    </a:cubicBezTo>
                    <a:cubicBezTo>
                      <a:pt x="1198" y="1451"/>
                      <a:pt x="1248" y="1451"/>
                      <a:pt x="1282" y="1485"/>
                    </a:cubicBezTo>
                    <a:lnTo>
                      <a:pt x="1518" y="1704"/>
                    </a:lnTo>
                    <a:cubicBezTo>
                      <a:pt x="1586" y="1654"/>
                      <a:pt x="1653" y="1595"/>
                      <a:pt x="1712" y="1527"/>
                    </a:cubicBezTo>
                    <a:lnTo>
                      <a:pt x="1484" y="1316"/>
                    </a:lnTo>
                    <a:cubicBezTo>
                      <a:pt x="1459" y="1291"/>
                      <a:pt x="1451" y="1240"/>
                      <a:pt x="1484" y="1207"/>
                    </a:cubicBezTo>
                    <a:cubicBezTo>
                      <a:pt x="1510" y="1173"/>
                      <a:pt x="1560" y="1173"/>
                      <a:pt x="1594" y="1198"/>
                    </a:cubicBezTo>
                    <a:lnTo>
                      <a:pt x="1830" y="1417"/>
                    </a:lnTo>
                    <a:cubicBezTo>
                      <a:pt x="1889" y="1350"/>
                      <a:pt x="1940" y="1283"/>
                      <a:pt x="1990" y="1215"/>
                    </a:cubicBezTo>
                    <a:cubicBezTo>
                      <a:pt x="1965" y="1198"/>
                      <a:pt x="1948" y="1173"/>
                      <a:pt x="1923" y="1156"/>
                    </a:cubicBezTo>
                    <a:cubicBezTo>
                      <a:pt x="1872" y="1097"/>
                      <a:pt x="1813" y="1038"/>
                      <a:pt x="1754" y="979"/>
                    </a:cubicBezTo>
                    <a:cubicBezTo>
                      <a:pt x="1636" y="869"/>
                      <a:pt x="1451" y="869"/>
                      <a:pt x="1333" y="987"/>
                    </a:cubicBezTo>
                    <a:cubicBezTo>
                      <a:pt x="1299" y="1030"/>
                      <a:pt x="1257" y="1063"/>
                      <a:pt x="1214" y="1105"/>
                    </a:cubicBezTo>
                    <a:cubicBezTo>
                      <a:pt x="1096" y="1223"/>
                      <a:pt x="902" y="1215"/>
                      <a:pt x="784" y="1097"/>
                    </a:cubicBezTo>
                    <a:cubicBezTo>
                      <a:pt x="734" y="1046"/>
                      <a:pt x="683" y="996"/>
                      <a:pt x="633" y="945"/>
                    </a:cubicBezTo>
                    <a:cubicBezTo>
                      <a:pt x="607" y="911"/>
                      <a:pt x="599" y="869"/>
                      <a:pt x="633" y="836"/>
                    </a:cubicBezTo>
                    <a:cubicBezTo>
                      <a:pt x="649" y="810"/>
                      <a:pt x="683" y="777"/>
                      <a:pt x="709" y="743"/>
                    </a:cubicBezTo>
                    <a:cubicBezTo>
                      <a:pt x="801" y="625"/>
                      <a:pt x="919" y="481"/>
                      <a:pt x="1046" y="363"/>
                    </a:cubicBezTo>
                    <a:close/>
                    <a:moveTo>
                      <a:pt x="2075" y="1080"/>
                    </a:moveTo>
                    <a:cubicBezTo>
                      <a:pt x="2134" y="962"/>
                      <a:pt x="2167" y="852"/>
                      <a:pt x="2167" y="734"/>
                    </a:cubicBezTo>
                    <a:lnTo>
                      <a:pt x="2167" y="734"/>
                    </a:lnTo>
                    <a:cubicBezTo>
                      <a:pt x="2167" y="642"/>
                      <a:pt x="2159" y="574"/>
                      <a:pt x="2134" y="515"/>
                    </a:cubicBezTo>
                    <a:cubicBezTo>
                      <a:pt x="2108" y="465"/>
                      <a:pt x="2075" y="414"/>
                      <a:pt x="2024" y="363"/>
                    </a:cubicBezTo>
                    <a:cubicBezTo>
                      <a:pt x="1931" y="271"/>
                      <a:pt x="1796" y="220"/>
                      <a:pt x="1670" y="220"/>
                    </a:cubicBezTo>
                    <a:cubicBezTo>
                      <a:pt x="1501" y="220"/>
                      <a:pt x="1333" y="321"/>
                      <a:pt x="1172" y="465"/>
                    </a:cubicBezTo>
                    <a:cubicBezTo>
                      <a:pt x="1046" y="583"/>
                      <a:pt x="936" y="718"/>
                      <a:pt x="835" y="836"/>
                    </a:cubicBezTo>
                    <a:cubicBezTo>
                      <a:pt x="818" y="852"/>
                      <a:pt x="810" y="869"/>
                      <a:pt x="793" y="886"/>
                    </a:cubicBezTo>
                    <a:cubicBezTo>
                      <a:pt x="835" y="920"/>
                      <a:pt x="869" y="954"/>
                      <a:pt x="902" y="987"/>
                    </a:cubicBezTo>
                    <a:cubicBezTo>
                      <a:pt x="961" y="1046"/>
                      <a:pt x="1046" y="1046"/>
                      <a:pt x="1105" y="987"/>
                    </a:cubicBezTo>
                    <a:cubicBezTo>
                      <a:pt x="1147" y="954"/>
                      <a:pt x="1181" y="911"/>
                      <a:pt x="1223" y="869"/>
                    </a:cubicBezTo>
                    <a:cubicBezTo>
                      <a:pt x="1400" y="701"/>
                      <a:pt x="1687" y="692"/>
                      <a:pt x="1864" y="869"/>
                    </a:cubicBezTo>
                    <a:cubicBezTo>
                      <a:pt x="1923" y="928"/>
                      <a:pt x="1982" y="987"/>
                      <a:pt x="2041" y="1046"/>
                    </a:cubicBezTo>
                    <a:cubicBezTo>
                      <a:pt x="2049" y="1055"/>
                      <a:pt x="2058" y="1063"/>
                      <a:pt x="2075" y="1080"/>
                    </a:cubicBezTo>
                    <a:close/>
                  </a:path>
                </a:pathLst>
              </a:custGeom>
              <a:solidFill>
                <a:schemeClr val="tx1"/>
              </a:solidFill>
              <a:ln>
                <a:noFill/>
              </a:ln>
            </p:spPr>
            <p:txBody>
              <a:bodyPr spcFirstLastPara="1" wrap="square" lIns="121868" tIns="121868" rIns="121868" bIns="121868" anchor="ctr" anchorCtr="0">
                <a:noAutofit/>
              </a:bodyPr>
              <a:lstStyle/>
              <a:p>
                <a:pPr defTabSz="1218682">
                  <a:buClr>
                    <a:srgbClr val="000000"/>
                  </a:buClr>
                  <a:defRPr/>
                </a:pPr>
                <a:endParaRPr lang="en-US" sz="1866" kern="0">
                  <a:solidFill>
                    <a:srgbClr val="FFFFFF"/>
                  </a:solidFill>
                  <a:latin typeface="Mona Sans Display" panose="020B0604020202020204" charset="0"/>
                  <a:cs typeface="Mona Sans Display" panose="020B0604020202020204" charset="0"/>
                  <a:sym typeface="Arial"/>
                </a:endParaRPr>
              </a:p>
            </p:txBody>
          </p:sp>
        </p:grpSp>
      </p:grpSp>
      <p:grpSp>
        <p:nvGrpSpPr>
          <p:cNvPr id="236" name="Group 235">
            <a:extLst>
              <a:ext uri="{FF2B5EF4-FFF2-40B4-BE49-F238E27FC236}">
                <a16:creationId xmlns:a16="http://schemas.microsoft.com/office/drawing/2014/main" id="{FCF60628-A665-D802-95C2-FB8DD8608F5A}"/>
              </a:ext>
            </a:extLst>
          </p:cNvPr>
          <p:cNvGrpSpPr/>
          <p:nvPr/>
        </p:nvGrpSpPr>
        <p:grpSpPr>
          <a:xfrm>
            <a:off x="7727728" y="2716783"/>
            <a:ext cx="2878001" cy="2828175"/>
            <a:chOff x="23184451" y="7633972"/>
            <a:chExt cx="8636254" cy="8486735"/>
          </a:xfrm>
        </p:grpSpPr>
        <p:grpSp>
          <p:nvGrpSpPr>
            <p:cNvPr id="2" name="Group 1">
              <a:extLst>
                <a:ext uri="{FF2B5EF4-FFF2-40B4-BE49-F238E27FC236}">
                  <a16:creationId xmlns:a16="http://schemas.microsoft.com/office/drawing/2014/main" id="{B59DF1C2-2D21-B3DB-DE4D-0460A301A600}"/>
                </a:ext>
              </a:extLst>
            </p:cNvPr>
            <p:cNvGrpSpPr/>
            <p:nvPr/>
          </p:nvGrpSpPr>
          <p:grpSpPr>
            <a:xfrm>
              <a:off x="23184451" y="7633972"/>
              <a:ext cx="8636254" cy="8486735"/>
              <a:chOff x="18535512" y="1142999"/>
              <a:chExt cx="16918742" cy="16625829"/>
            </a:xfrm>
          </p:grpSpPr>
          <p:sp>
            <p:nvSpPr>
              <p:cNvPr id="6" name="Rounded Rectangle 5">
                <a:extLst>
                  <a:ext uri="{FF2B5EF4-FFF2-40B4-BE49-F238E27FC236}">
                    <a16:creationId xmlns:a16="http://schemas.microsoft.com/office/drawing/2014/main" id="{9F88D301-B341-12A1-5FC8-5FE6DACB1D62}"/>
                  </a:ext>
                </a:extLst>
              </p:cNvPr>
              <p:cNvSpPr/>
              <p:nvPr/>
            </p:nvSpPr>
            <p:spPr>
              <a:xfrm>
                <a:off x="18560459" y="1143002"/>
                <a:ext cx="16893795" cy="16612437"/>
              </a:xfrm>
              <a:prstGeom prst="roundRect">
                <a:avLst>
                  <a:gd name="adj" fmla="val 3598"/>
                </a:avLst>
              </a:prstGeom>
              <a:gradFill>
                <a:gsLst>
                  <a:gs pos="25000">
                    <a:srgbClr val="9EECFF"/>
                  </a:gs>
                  <a:gs pos="100000">
                    <a:srgbClr val="3194FF"/>
                  </a:gs>
                </a:gsLst>
                <a:lin ang="5400000" scaled="1"/>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9" name="Picture 8" descr="A green cube with black background&#10;&#10;AI-generated content may be incorrect.">
                <a:extLst>
                  <a:ext uri="{FF2B5EF4-FFF2-40B4-BE49-F238E27FC236}">
                    <a16:creationId xmlns:a16="http://schemas.microsoft.com/office/drawing/2014/main" id="{F107E44E-57E2-E0DA-DB01-2422A0F19F9C}"/>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rot="10800000" flipV="1">
                <a:off x="23554113" y="5635677"/>
                <a:ext cx="7134060" cy="7134054"/>
              </a:xfrm>
              <a:prstGeom prst="rect">
                <a:avLst/>
              </a:prstGeom>
            </p:spPr>
          </p:pic>
          <p:pic>
            <p:nvPicPr>
              <p:cNvPr id="10" name="Picture 9" descr="A green cube with black background&#10;&#10;AI-generated content may be incorrect.">
                <a:extLst>
                  <a:ext uri="{FF2B5EF4-FFF2-40B4-BE49-F238E27FC236}">
                    <a16:creationId xmlns:a16="http://schemas.microsoft.com/office/drawing/2014/main" id="{0196A7E4-EB0B-1031-1023-B04AE3D2915C}"/>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rot="10800000" flipV="1">
                <a:off x="27043077" y="9345728"/>
                <a:ext cx="6620958" cy="6620955"/>
              </a:xfrm>
              <a:prstGeom prst="rect">
                <a:avLst/>
              </a:prstGeom>
            </p:spPr>
          </p:pic>
          <p:pic>
            <p:nvPicPr>
              <p:cNvPr id="11" name="Picture 10" descr="A green cube with black background&#10;&#10;AI-generated content may be incorrect.">
                <a:extLst>
                  <a:ext uri="{FF2B5EF4-FFF2-40B4-BE49-F238E27FC236}">
                    <a16:creationId xmlns:a16="http://schemas.microsoft.com/office/drawing/2014/main" id="{252B9E71-4C7E-1C6C-19E6-CB5A27F03F4D}"/>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rot="10800000" flipV="1">
                <a:off x="20521032" y="9345728"/>
                <a:ext cx="6620958" cy="6620955"/>
              </a:xfrm>
              <a:prstGeom prst="rect">
                <a:avLst/>
              </a:prstGeom>
            </p:spPr>
          </p:pic>
          <p:pic>
            <p:nvPicPr>
              <p:cNvPr id="12" name="Picture 11" descr="A green cube with black background&#10;&#10;AI-generated content may be incorrect.">
                <a:extLst>
                  <a:ext uri="{FF2B5EF4-FFF2-40B4-BE49-F238E27FC236}">
                    <a16:creationId xmlns:a16="http://schemas.microsoft.com/office/drawing/2014/main" id="{1DA5D8BB-EA99-CB7E-21AA-7DD521810C27}"/>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rot="10800000" flipV="1">
                <a:off x="23824968" y="11147867"/>
                <a:ext cx="6620958" cy="6620955"/>
              </a:xfrm>
              <a:prstGeom prst="rect">
                <a:avLst/>
              </a:prstGeom>
            </p:spPr>
          </p:pic>
          <p:sp>
            <p:nvSpPr>
              <p:cNvPr id="43" name="Rounded Rectangle 42">
                <a:extLst>
                  <a:ext uri="{FF2B5EF4-FFF2-40B4-BE49-F238E27FC236}">
                    <a16:creationId xmlns:a16="http://schemas.microsoft.com/office/drawing/2014/main" id="{728F5B11-8C39-4D0F-DC31-501BFA199A60}"/>
                  </a:ext>
                </a:extLst>
              </p:cNvPr>
              <p:cNvSpPr/>
              <p:nvPr/>
            </p:nvSpPr>
            <p:spPr>
              <a:xfrm>
                <a:off x="24883620" y="5230431"/>
                <a:ext cx="4483530" cy="4483530"/>
              </a:xfrm>
              <a:prstGeom prst="roundRect">
                <a:avLst>
                  <a:gd name="adj" fmla="val 4081"/>
                </a:avLst>
              </a:prstGeom>
              <a:gradFill flip="none" rotWithShape="1">
                <a:gsLst>
                  <a:gs pos="100000">
                    <a:schemeClr val="accent4">
                      <a:alpha val="0"/>
                    </a:schemeClr>
                  </a:gs>
                  <a:gs pos="0">
                    <a:schemeClr val="accent4"/>
                  </a:gs>
                </a:gsLst>
                <a:path path="rect">
                  <a:fillToRect l="50000" t="50000" r="50000" b="50000"/>
                </a:path>
                <a:tileRect/>
              </a:gradFill>
              <a:ln>
                <a:noFill/>
              </a:ln>
              <a:scene3d>
                <a:camera prst="isometricTopUp"/>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44" name="Picture 43" descr="A cartoon of a cat&#10;&#10;AI-generated content may be incorrect.">
                <a:extLst>
                  <a:ext uri="{FF2B5EF4-FFF2-40B4-BE49-F238E27FC236}">
                    <a16:creationId xmlns:a16="http://schemas.microsoft.com/office/drawing/2014/main" id="{795279CD-53BB-C65A-42D7-62696F7E4462}"/>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rot="21300000">
                <a:off x="23803863" y="2460383"/>
                <a:ext cx="6577344" cy="6577341"/>
              </a:xfrm>
              <a:prstGeom prst="rect">
                <a:avLst/>
              </a:prstGeom>
            </p:spPr>
          </p:pic>
          <p:pic>
            <p:nvPicPr>
              <p:cNvPr id="45" name="Picture 44" descr="A green cube with black background&#10;&#10;AI-generated content may be incorrect.">
                <a:extLst>
                  <a:ext uri="{FF2B5EF4-FFF2-40B4-BE49-F238E27FC236}">
                    <a16:creationId xmlns:a16="http://schemas.microsoft.com/office/drawing/2014/main" id="{1F8D0F33-D50F-8F99-DC6B-32E698125D7C}"/>
                  </a:ext>
                </a:extLst>
              </p:cNvPr>
              <p:cNvPicPr>
                <a:picLocks noChangeAspect="1"/>
              </p:cNvPicPr>
              <p:nvPr/>
            </p:nvPicPr>
            <p:blipFill>
              <a:blip r:embed="rId14" cstate="screen">
                <a:extLst>
                  <a:ext uri="{28A0092B-C50C-407E-A947-70E740481C1C}">
                    <a14:useLocalDpi xmlns:a14="http://schemas.microsoft.com/office/drawing/2010/main"/>
                  </a:ext>
                </a:extLst>
              </a:blip>
              <a:srcRect/>
              <a:stretch>
                <a:fillRect/>
              </a:stretch>
            </p:blipFill>
            <p:spPr>
              <a:xfrm rot="10800000" flipV="1">
                <a:off x="30046455" y="11147867"/>
                <a:ext cx="5384034" cy="6620955"/>
              </a:xfrm>
              <a:prstGeom prst="rect">
                <a:avLst/>
              </a:prstGeom>
            </p:spPr>
          </p:pic>
          <p:pic>
            <p:nvPicPr>
              <p:cNvPr id="46" name="Picture 45" descr="A green cube with black background&#10;&#10;AI-generated content may be incorrect.">
                <a:extLst>
                  <a:ext uri="{FF2B5EF4-FFF2-40B4-BE49-F238E27FC236}">
                    <a16:creationId xmlns:a16="http://schemas.microsoft.com/office/drawing/2014/main" id="{097CF29C-A670-DDF3-DCC9-457083BCDC77}"/>
                  </a:ext>
                </a:extLst>
              </p:cNvPr>
              <p:cNvPicPr>
                <a:picLocks noChangeAspect="1"/>
              </p:cNvPicPr>
              <p:nvPr/>
            </p:nvPicPr>
            <p:blipFill>
              <a:blip r:embed="rId15" cstate="screen">
                <a:extLst>
                  <a:ext uri="{28A0092B-C50C-407E-A947-70E740481C1C}">
                    <a14:useLocalDpi xmlns:a14="http://schemas.microsoft.com/office/drawing/2010/main"/>
                  </a:ext>
                </a:extLst>
              </a:blip>
              <a:srcRect/>
              <a:stretch>
                <a:fillRect/>
              </a:stretch>
            </p:blipFill>
            <p:spPr>
              <a:xfrm rot="10800000" flipV="1">
                <a:off x="26862513" y="12941120"/>
                <a:ext cx="6620958" cy="4814319"/>
              </a:xfrm>
              <a:prstGeom prst="rect">
                <a:avLst/>
              </a:prstGeom>
            </p:spPr>
          </p:pic>
          <p:pic>
            <p:nvPicPr>
              <p:cNvPr id="47" name="Picture 46" descr="A blue robot head with yellow lights&#10;&#10;AI-generated content may be incorrect.">
                <a:extLst>
                  <a:ext uri="{FF2B5EF4-FFF2-40B4-BE49-F238E27FC236}">
                    <a16:creationId xmlns:a16="http://schemas.microsoft.com/office/drawing/2014/main" id="{CF783F2C-E9E2-430B-A594-677435FF1D05}"/>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rot="21300000">
                <a:off x="30161316" y="7594728"/>
                <a:ext cx="3712734" cy="3712734"/>
              </a:xfrm>
              <a:prstGeom prst="rect">
                <a:avLst/>
              </a:prstGeom>
            </p:spPr>
          </p:pic>
          <p:pic>
            <p:nvPicPr>
              <p:cNvPr id="48" name="Picture 47" descr="A green cube with black background&#10;&#10;AI-generated content may be incorrect.">
                <a:extLst>
                  <a:ext uri="{FF2B5EF4-FFF2-40B4-BE49-F238E27FC236}">
                    <a16:creationId xmlns:a16="http://schemas.microsoft.com/office/drawing/2014/main" id="{C9FD3FCD-7492-E07A-64A2-036F1C512EF3}"/>
                  </a:ext>
                </a:extLst>
              </p:cNvPr>
              <p:cNvPicPr>
                <a:picLocks noChangeAspect="1"/>
              </p:cNvPicPr>
              <p:nvPr/>
            </p:nvPicPr>
            <p:blipFill>
              <a:blip r:embed="rId17" cstate="screen">
                <a:extLst>
                  <a:ext uri="{28A0092B-C50C-407E-A947-70E740481C1C}">
                    <a14:useLocalDpi xmlns:a14="http://schemas.microsoft.com/office/drawing/2010/main"/>
                  </a:ext>
                </a:extLst>
              </a:blip>
              <a:srcRect/>
              <a:stretch>
                <a:fillRect/>
              </a:stretch>
            </p:blipFill>
            <p:spPr>
              <a:xfrm rot="10800000" flipV="1">
                <a:off x="18572939" y="11147873"/>
                <a:ext cx="5395311" cy="6620955"/>
              </a:xfrm>
              <a:prstGeom prst="rect">
                <a:avLst/>
              </a:prstGeom>
            </p:spPr>
          </p:pic>
          <p:sp>
            <p:nvSpPr>
              <p:cNvPr id="49" name="Rounded Rectangle 48">
                <a:extLst>
                  <a:ext uri="{FF2B5EF4-FFF2-40B4-BE49-F238E27FC236}">
                    <a16:creationId xmlns:a16="http://schemas.microsoft.com/office/drawing/2014/main" id="{EC1E94A9-C7EA-185D-C95D-CE005D358729}"/>
                  </a:ext>
                </a:extLst>
              </p:cNvPr>
              <p:cNvSpPr/>
              <p:nvPr/>
            </p:nvSpPr>
            <p:spPr>
              <a:xfrm>
                <a:off x="19647234" y="11864523"/>
                <a:ext cx="2091600" cy="2091600"/>
              </a:xfrm>
              <a:prstGeom prst="roundRect">
                <a:avLst>
                  <a:gd name="adj" fmla="val 50000"/>
                </a:avLst>
              </a:prstGeom>
              <a:gradFill flip="none" rotWithShape="1">
                <a:gsLst>
                  <a:gs pos="67000">
                    <a:schemeClr val="accent4">
                      <a:alpha val="0"/>
                    </a:schemeClr>
                  </a:gs>
                  <a:gs pos="0">
                    <a:schemeClr val="accent4"/>
                  </a:gs>
                </a:gsLst>
                <a:path path="circle">
                  <a:fillToRect l="50000" t="50000" r="50000" b="50000"/>
                </a:path>
                <a:tileRect/>
              </a:gradFill>
              <a:ln>
                <a:noFill/>
              </a:ln>
              <a:scene3d>
                <a:camera prst="isometricTopUp"/>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50" name="Picture 49" descr="A green cube with black background&#10;&#10;AI-generated content may be incorrect.">
                <a:extLst>
                  <a:ext uri="{FF2B5EF4-FFF2-40B4-BE49-F238E27FC236}">
                    <a16:creationId xmlns:a16="http://schemas.microsoft.com/office/drawing/2014/main" id="{ED2000DB-3656-257E-C31E-1BD7C182A60E}"/>
                  </a:ext>
                </a:extLst>
              </p:cNvPr>
              <p:cNvPicPr>
                <a:picLocks noChangeAspect="1"/>
              </p:cNvPicPr>
              <p:nvPr/>
            </p:nvPicPr>
            <p:blipFill>
              <a:blip r:embed="rId18" cstate="screen">
                <a:extLst>
                  <a:ext uri="{28A0092B-C50C-407E-A947-70E740481C1C}">
                    <a14:useLocalDpi xmlns:a14="http://schemas.microsoft.com/office/drawing/2010/main"/>
                  </a:ext>
                </a:extLst>
              </a:blip>
              <a:srcRect t="-1"/>
              <a:stretch>
                <a:fillRect/>
              </a:stretch>
            </p:blipFill>
            <p:spPr>
              <a:xfrm rot="10800000" flipV="1">
                <a:off x="20750811" y="13050914"/>
                <a:ext cx="6620958" cy="4704525"/>
              </a:xfrm>
              <a:prstGeom prst="rect">
                <a:avLst/>
              </a:prstGeom>
            </p:spPr>
          </p:pic>
          <p:pic>
            <p:nvPicPr>
              <p:cNvPr id="51" name="Picture 50" descr="A blue robot head with yellow lights&#10;&#10;AI-generated content may be incorrect.">
                <a:extLst>
                  <a:ext uri="{FF2B5EF4-FFF2-40B4-BE49-F238E27FC236}">
                    <a16:creationId xmlns:a16="http://schemas.microsoft.com/office/drawing/2014/main" id="{23182360-0345-4E81-80FF-87647A6A3AAD}"/>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rot="300000" flipH="1">
                <a:off x="19727850" y="11531043"/>
                <a:ext cx="1905222" cy="1905222"/>
              </a:xfrm>
              <a:prstGeom prst="rect">
                <a:avLst/>
              </a:prstGeom>
            </p:spPr>
          </p:pic>
          <p:sp>
            <p:nvSpPr>
              <p:cNvPr id="52" name="Rounded Rectangle 51">
                <a:extLst>
                  <a:ext uri="{FF2B5EF4-FFF2-40B4-BE49-F238E27FC236}">
                    <a16:creationId xmlns:a16="http://schemas.microsoft.com/office/drawing/2014/main" id="{C94744C8-809B-0F70-5FA3-48B4E2F095E6}"/>
                  </a:ext>
                </a:extLst>
              </p:cNvPr>
              <p:cNvSpPr/>
              <p:nvPr/>
            </p:nvSpPr>
            <p:spPr>
              <a:xfrm>
                <a:off x="31003422" y="10675986"/>
                <a:ext cx="2091600" cy="2091600"/>
              </a:xfrm>
              <a:prstGeom prst="roundRect">
                <a:avLst>
                  <a:gd name="adj" fmla="val 50000"/>
                </a:avLst>
              </a:prstGeom>
              <a:gradFill flip="none" rotWithShape="1">
                <a:gsLst>
                  <a:gs pos="67000">
                    <a:schemeClr val="accent4">
                      <a:alpha val="0"/>
                    </a:schemeClr>
                  </a:gs>
                  <a:gs pos="0">
                    <a:schemeClr val="accent4"/>
                  </a:gs>
                </a:gsLst>
                <a:path path="circle">
                  <a:fillToRect l="50000" t="50000" r="50000" b="50000"/>
                </a:path>
                <a:tileRect/>
              </a:gradFill>
              <a:ln>
                <a:noFill/>
              </a:ln>
              <a:scene3d>
                <a:camera prst="isometricTopUp"/>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53" name="Rounded Rectangle 52">
                <a:extLst>
                  <a:ext uri="{FF2B5EF4-FFF2-40B4-BE49-F238E27FC236}">
                    <a16:creationId xmlns:a16="http://schemas.microsoft.com/office/drawing/2014/main" id="{303349F1-8559-B86F-D9B2-87784A468B2B}"/>
                  </a:ext>
                </a:extLst>
              </p:cNvPr>
              <p:cNvSpPr/>
              <p:nvPr/>
            </p:nvSpPr>
            <p:spPr>
              <a:xfrm>
                <a:off x="25770015" y="11737266"/>
                <a:ext cx="2530842" cy="2530842"/>
              </a:xfrm>
              <a:prstGeom prst="roundRect">
                <a:avLst>
                  <a:gd name="adj" fmla="val 50000"/>
                </a:avLst>
              </a:prstGeom>
              <a:gradFill flip="none" rotWithShape="1">
                <a:gsLst>
                  <a:gs pos="67000">
                    <a:schemeClr val="accent4">
                      <a:alpha val="0"/>
                    </a:schemeClr>
                  </a:gs>
                  <a:gs pos="0">
                    <a:schemeClr val="accent4"/>
                  </a:gs>
                </a:gsLst>
                <a:path path="circle">
                  <a:fillToRect l="50000" t="50000" r="50000" b="50000"/>
                </a:path>
                <a:tileRect/>
              </a:gradFill>
              <a:ln>
                <a:noFill/>
              </a:ln>
              <a:scene3d>
                <a:camera prst="isometricTopUp"/>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54" name="Picture 53" descr="A blue robot head with yellow lights&#10;&#10;AI-generated content may be incorrect.">
                <a:extLst>
                  <a:ext uri="{FF2B5EF4-FFF2-40B4-BE49-F238E27FC236}">
                    <a16:creationId xmlns:a16="http://schemas.microsoft.com/office/drawing/2014/main" id="{4C4367C3-B6CA-04C9-A050-41A2F6AB5AB2}"/>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rot="300000" flipH="1">
                <a:off x="25586952" y="10800057"/>
                <a:ext cx="3068376" cy="3068376"/>
              </a:xfrm>
              <a:prstGeom prst="rect">
                <a:avLst/>
              </a:prstGeom>
            </p:spPr>
          </p:pic>
          <p:grpSp>
            <p:nvGrpSpPr>
              <p:cNvPr id="55" name="Google Shape;1276;p65">
                <a:extLst>
                  <a:ext uri="{FF2B5EF4-FFF2-40B4-BE49-F238E27FC236}">
                    <a16:creationId xmlns:a16="http://schemas.microsoft.com/office/drawing/2014/main" id="{B15F3742-E1CB-C84A-7D82-E6EBBDDEF873}"/>
                  </a:ext>
                  <a:ext uri="{C183D7F6-B498-43B3-948B-1728B52AA6E4}">
                    <adec:decorative xmlns:adec="http://schemas.microsoft.com/office/drawing/2017/decorative" val="1"/>
                  </a:ext>
                </a:extLst>
              </p:cNvPr>
              <p:cNvGrpSpPr/>
              <p:nvPr/>
            </p:nvGrpSpPr>
            <p:grpSpPr>
              <a:xfrm>
                <a:off x="20087482" y="9803418"/>
                <a:ext cx="1119187" cy="1119186"/>
                <a:chOff x="4027450" y="4768275"/>
                <a:chExt cx="58000" cy="58000"/>
              </a:xfrm>
              <a:solidFill>
                <a:schemeClr val="accent4"/>
              </a:solidFill>
            </p:grpSpPr>
            <p:sp>
              <p:nvSpPr>
                <p:cNvPr id="188" name="Google Shape;1277;p65">
                  <a:extLst>
                    <a:ext uri="{FF2B5EF4-FFF2-40B4-BE49-F238E27FC236}">
                      <a16:creationId xmlns:a16="http://schemas.microsoft.com/office/drawing/2014/main" id="{E7195913-1C31-7698-6C2F-DAFD26DEE297}"/>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189" name="Google Shape;1278;p65">
                  <a:extLst>
                    <a:ext uri="{FF2B5EF4-FFF2-40B4-BE49-F238E27FC236}">
                      <a16:creationId xmlns:a16="http://schemas.microsoft.com/office/drawing/2014/main" id="{64BD7C70-A5FD-C6AF-4351-449D362B4EA6}"/>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56" name="Google Shape;1276;p65">
                <a:extLst>
                  <a:ext uri="{FF2B5EF4-FFF2-40B4-BE49-F238E27FC236}">
                    <a16:creationId xmlns:a16="http://schemas.microsoft.com/office/drawing/2014/main" id="{30D13591-B55D-0336-13B2-4258F8AEA1C2}"/>
                  </a:ext>
                  <a:ext uri="{C183D7F6-B498-43B3-948B-1728B52AA6E4}">
                    <adec:decorative xmlns:adec="http://schemas.microsoft.com/office/drawing/2017/decorative" val="1"/>
                  </a:ext>
                </a:extLst>
              </p:cNvPr>
              <p:cNvGrpSpPr/>
              <p:nvPr/>
            </p:nvGrpSpPr>
            <p:grpSpPr>
              <a:xfrm>
                <a:off x="20087482" y="8412729"/>
                <a:ext cx="1119187" cy="1119186"/>
                <a:chOff x="4027450" y="4768275"/>
                <a:chExt cx="58000" cy="58000"/>
              </a:xfrm>
              <a:solidFill>
                <a:schemeClr val="accent4">
                  <a:alpha val="50000"/>
                </a:schemeClr>
              </a:solidFill>
            </p:grpSpPr>
            <p:sp>
              <p:nvSpPr>
                <p:cNvPr id="186" name="Google Shape;1277;p65">
                  <a:extLst>
                    <a:ext uri="{FF2B5EF4-FFF2-40B4-BE49-F238E27FC236}">
                      <a16:creationId xmlns:a16="http://schemas.microsoft.com/office/drawing/2014/main" id="{9908949C-60FE-7C1D-D44D-CC8E70DC52B9}"/>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187" name="Google Shape;1278;p65">
                  <a:extLst>
                    <a:ext uri="{FF2B5EF4-FFF2-40B4-BE49-F238E27FC236}">
                      <a16:creationId xmlns:a16="http://schemas.microsoft.com/office/drawing/2014/main" id="{008BF74B-267B-40AA-A109-EC7FDA37126E}"/>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57" name="Google Shape;1276;p65">
                <a:extLst>
                  <a:ext uri="{FF2B5EF4-FFF2-40B4-BE49-F238E27FC236}">
                    <a16:creationId xmlns:a16="http://schemas.microsoft.com/office/drawing/2014/main" id="{24C58BF9-E15E-5B2F-78F0-AACEF477BB78}"/>
                  </a:ext>
                  <a:ext uri="{C183D7F6-B498-43B3-948B-1728B52AA6E4}">
                    <adec:decorative xmlns:adec="http://schemas.microsoft.com/office/drawing/2017/decorative" val="1"/>
                  </a:ext>
                </a:extLst>
              </p:cNvPr>
              <p:cNvGrpSpPr/>
              <p:nvPr/>
            </p:nvGrpSpPr>
            <p:grpSpPr>
              <a:xfrm>
                <a:off x="20087482" y="7058640"/>
                <a:ext cx="1119187" cy="1119186"/>
                <a:chOff x="4027450" y="4768275"/>
                <a:chExt cx="58000" cy="58000"/>
              </a:xfrm>
              <a:solidFill>
                <a:schemeClr val="accent4">
                  <a:alpha val="25000"/>
                </a:schemeClr>
              </a:solidFill>
            </p:grpSpPr>
            <p:sp>
              <p:nvSpPr>
                <p:cNvPr id="184" name="Google Shape;1277;p65">
                  <a:extLst>
                    <a:ext uri="{FF2B5EF4-FFF2-40B4-BE49-F238E27FC236}">
                      <a16:creationId xmlns:a16="http://schemas.microsoft.com/office/drawing/2014/main" id="{E7431A03-9420-B305-AB2B-220C2716338C}"/>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185" name="Google Shape;1278;p65">
                  <a:extLst>
                    <a:ext uri="{FF2B5EF4-FFF2-40B4-BE49-F238E27FC236}">
                      <a16:creationId xmlns:a16="http://schemas.microsoft.com/office/drawing/2014/main" id="{8E542ACD-D237-286F-8C6E-A0E9C8971553}"/>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58" name="Google Shape;1276;p65">
                <a:extLst>
                  <a:ext uri="{FF2B5EF4-FFF2-40B4-BE49-F238E27FC236}">
                    <a16:creationId xmlns:a16="http://schemas.microsoft.com/office/drawing/2014/main" id="{069596E6-2DED-DA86-79C1-F86B82DE62B5}"/>
                  </a:ext>
                  <a:ext uri="{C183D7F6-B498-43B3-948B-1728B52AA6E4}">
                    <adec:decorative xmlns:adec="http://schemas.microsoft.com/office/drawing/2017/decorative" val="1"/>
                  </a:ext>
                </a:extLst>
              </p:cNvPr>
              <p:cNvGrpSpPr/>
              <p:nvPr/>
            </p:nvGrpSpPr>
            <p:grpSpPr>
              <a:xfrm>
                <a:off x="23086695" y="10276944"/>
                <a:ext cx="1489632" cy="1489632"/>
                <a:chOff x="4027450" y="4768275"/>
                <a:chExt cx="58000" cy="58000"/>
              </a:xfrm>
              <a:solidFill>
                <a:schemeClr val="accent4"/>
              </a:solidFill>
              <a:scene3d>
                <a:camera prst="isometricTopUp"/>
                <a:lightRig rig="threePt" dir="t"/>
              </a:scene3d>
            </p:grpSpPr>
            <p:sp>
              <p:nvSpPr>
                <p:cNvPr id="179" name="Google Shape;1277;p65">
                  <a:extLst>
                    <a:ext uri="{FF2B5EF4-FFF2-40B4-BE49-F238E27FC236}">
                      <a16:creationId xmlns:a16="http://schemas.microsoft.com/office/drawing/2014/main" id="{7CFD9858-6DB8-5C8A-3407-CC94C74F13AE}"/>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180" name="Google Shape;1278;p65">
                  <a:extLst>
                    <a:ext uri="{FF2B5EF4-FFF2-40B4-BE49-F238E27FC236}">
                      <a16:creationId xmlns:a16="http://schemas.microsoft.com/office/drawing/2014/main" id="{30452823-C6A2-15BF-221F-3EB4CE2F3229}"/>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59" name="Google Shape;1152;p64">
                <a:extLst>
                  <a:ext uri="{FF2B5EF4-FFF2-40B4-BE49-F238E27FC236}">
                    <a16:creationId xmlns:a16="http://schemas.microsoft.com/office/drawing/2014/main" id="{E8EAB86D-1837-BC17-6A56-12E623E9E274}"/>
                  </a:ext>
                  <a:ext uri="{C183D7F6-B498-43B3-948B-1728B52AA6E4}">
                    <adec:decorative xmlns:adec="http://schemas.microsoft.com/office/drawing/2017/decorative" val="1"/>
                  </a:ext>
                </a:extLst>
              </p:cNvPr>
              <p:cNvGrpSpPr/>
              <p:nvPr/>
            </p:nvGrpSpPr>
            <p:grpSpPr>
              <a:xfrm>
                <a:off x="26587548" y="9662745"/>
                <a:ext cx="1122930" cy="1122930"/>
                <a:chOff x="4196100" y="4262300"/>
                <a:chExt cx="58000" cy="58000"/>
              </a:xfrm>
              <a:solidFill>
                <a:schemeClr val="accent4"/>
              </a:solidFill>
            </p:grpSpPr>
            <p:sp>
              <p:nvSpPr>
                <p:cNvPr id="177" name="Google Shape;1153;p64">
                  <a:extLst>
                    <a:ext uri="{FF2B5EF4-FFF2-40B4-BE49-F238E27FC236}">
                      <a16:creationId xmlns:a16="http://schemas.microsoft.com/office/drawing/2014/main" id="{D1A3604C-27AD-E495-95A7-848B776DF7F0}"/>
                    </a:ext>
                  </a:extLst>
                </p:cNvPr>
                <p:cNvSpPr/>
                <p:nvPr/>
              </p:nvSpPr>
              <p:spPr>
                <a:xfrm>
                  <a:off x="4196100" y="4262300"/>
                  <a:ext cx="57375" cy="24325"/>
                </a:xfrm>
                <a:custGeom>
                  <a:avLst/>
                  <a:gdLst/>
                  <a:ahLst/>
                  <a:cxnLst/>
                  <a:rect l="l" t="t" r="r" b="b"/>
                  <a:pathLst>
                    <a:path w="2295" h="973" extrusionOk="0">
                      <a:moveTo>
                        <a:pt x="1165" y="1"/>
                      </a:moveTo>
                      <a:cubicBezTo>
                        <a:pt x="735" y="1"/>
                        <a:pt x="364" y="229"/>
                        <a:pt x="161" y="574"/>
                      </a:cubicBezTo>
                      <a:lnTo>
                        <a:pt x="161" y="389"/>
                      </a:lnTo>
                      <a:cubicBezTo>
                        <a:pt x="161" y="347"/>
                        <a:pt x="127" y="313"/>
                        <a:pt x="77" y="313"/>
                      </a:cubicBezTo>
                      <a:cubicBezTo>
                        <a:pt x="35" y="313"/>
                        <a:pt x="1" y="347"/>
                        <a:pt x="1" y="389"/>
                      </a:cubicBezTo>
                      <a:lnTo>
                        <a:pt x="1" y="785"/>
                      </a:lnTo>
                      <a:cubicBezTo>
                        <a:pt x="1" y="844"/>
                        <a:pt x="51" y="895"/>
                        <a:pt x="111" y="895"/>
                      </a:cubicBezTo>
                      <a:lnTo>
                        <a:pt x="498" y="895"/>
                      </a:lnTo>
                      <a:cubicBezTo>
                        <a:pt x="549" y="895"/>
                        <a:pt x="583" y="861"/>
                        <a:pt x="583" y="810"/>
                      </a:cubicBezTo>
                      <a:cubicBezTo>
                        <a:pt x="583" y="768"/>
                        <a:pt x="549" y="735"/>
                        <a:pt x="498" y="735"/>
                      </a:cubicBezTo>
                      <a:lnTo>
                        <a:pt x="254" y="735"/>
                      </a:lnTo>
                      <a:cubicBezTo>
                        <a:pt x="414" y="389"/>
                        <a:pt x="760" y="153"/>
                        <a:pt x="1165" y="153"/>
                      </a:cubicBezTo>
                      <a:cubicBezTo>
                        <a:pt x="1628" y="153"/>
                        <a:pt x="2025" y="482"/>
                        <a:pt x="2134" y="912"/>
                      </a:cubicBezTo>
                      <a:cubicBezTo>
                        <a:pt x="2142" y="948"/>
                        <a:pt x="2175" y="972"/>
                        <a:pt x="2211" y="972"/>
                      </a:cubicBezTo>
                      <a:cubicBezTo>
                        <a:pt x="2216" y="972"/>
                        <a:pt x="2222" y="972"/>
                        <a:pt x="2227" y="971"/>
                      </a:cubicBezTo>
                      <a:cubicBezTo>
                        <a:pt x="2269" y="962"/>
                        <a:pt x="2295" y="920"/>
                        <a:pt x="2286" y="878"/>
                      </a:cubicBezTo>
                      <a:cubicBezTo>
                        <a:pt x="2160" y="372"/>
                        <a:pt x="1704" y="1"/>
                        <a:pt x="1165"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8" name="Google Shape;1154;p64">
                  <a:extLst>
                    <a:ext uri="{FF2B5EF4-FFF2-40B4-BE49-F238E27FC236}">
                      <a16:creationId xmlns:a16="http://schemas.microsoft.com/office/drawing/2014/main" id="{3B899F06-CF22-4998-91D3-A023885EA989}"/>
                    </a:ext>
                  </a:extLst>
                </p:cNvPr>
                <p:cNvSpPr/>
                <p:nvPr/>
              </p:nvSpPr>
              <p:spPr>
                <a:xfrm>
                  <a:off x="4196750" y="4295800"/>
                  <a:ext cx="57350" cy="24500"/>
                </a:xfrm>
                <a:custGeom>
                  <a:avLst/>
                  <a:gdLst/>
                  <a:ahLst/>
                  <a:cxnLst/>
                  <a:rect l="l" t="t" r="r" b="b"/>
                  <a:pathLst>
                    <a:path w="2294" h="980" extrusionOk="0">
                      <a:moveTo>
                        <a:pt x="84" y="0"/>
                      </a:moveTo>
                      <a:cubicBezTo>
                        <a:pt x="79" y="0"/>
                        <a:pt x="73" y="1"/>
                        <a:pt x="68" y="2"/>
                      </a:cubicBezTo>
                      <a:cubicBezTo>
                        <a:pt x="25" y="10"/>
                        <a:pt x="0" y="61"/>
                        <a:pt x="9" y="103"/>
                      </a:cubicBezTo>
                      <a:cubicBezTo>
                        <a:pt x="135" y="600"/>
                        <a:pt x="590" y="980"/>
                        <a:pt x="1139" y="980"/>
                      </a:cubicBezTo>
                      <a:cubicBezTo>
                        <a:pt x="1560" y="980"/>
                        <a:pt x="1931" y="744"/>
                        <a:pt x="2134" y="398"/>
                      </a:cubicBezTo>
                      <a:lnTo>
                        <a:pt x="2134" y="584"/>
                      </a:lnTo>
                      <a:cubicBezTo>
                        <a:pt x="2134" y="626"/>
                        <a:pt x="2167" y="659"/>
                        <a:pt x="2218" y="659"/>
                      </a:cubicBezTo>
                      <a:cubicBezTo>
                        <a:pt x="2260" y="659"/>
                        <a:pt x="2294" y="626"/>
                        <a:pt x="2294" y="584"/>
                      </a:cubicBezTo>
                      <a:lnTo>
                        <a:pt x="2294" y="187"/>
                      </a:lnTo>
                      <a:cubicBezTo>
                        <a:pt x="2294" y="128"/>
                        <a:pt x="2243" y="78"/>
                        <a:pt x="2193" y="78"/>
                      </a:cubicBezTo>
                      <a:lnTo>
                        <a:pt x="1796" y="78"/>
                      </a:lnTo>
                      <a:cubicBezTo>
                        <a:pt x="1746" y="78"/>
                        <a:pt x="1712" y="120"/>
                        <a:pt x="1712" y="162"/>
                      </a:cubicBezTo>
                      <a:cubicBezTo>
                        <a:pt x="1712" y="204"/>
                        <a:pt x="1746" y="238"/>
                        <a:pt x="1796" y="238"/>
                      </a:cubicBezTo>
                      <a:lnTo>
                        <a:pt x="2041" y="238"/>
                      </a:lnTo>
                      <a:cubicBezTo>
                        <a:pt x="1881" y="584"/>
                        <a:pt x="1535" y="820"/>
                        <a:pt x="1139" y="820"/>
                      </a:cubicBezTo>
                      <a:cubicBezTo>
                        <a:pt x="666" y="820"/>
                        <a:pt x="270" y="499"/>
                        <a:pt x="160" y="61"/>
                      </a:cubicBezTo>
                      <a:cubicBezTo>
                        <a:pt x="153" y="24"/>
                        <a:pt x="120" y="0"/>
                        <a:pt x="84"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0" name="Google Shape;1152;p64">
                <a:extLst>
                  <a:ext uri="{FF2B5EF4-FFF2-40B4-BE49-F238E27FC236}">
                    <a16:creationId xmlns:a16="http://schemas.microsoft.com/office/drawing/2014/main" id="{D76454D4-9540-0842-12C9-04A6282A285A}"/>
                  </a:ext>
                  <a:ext uri="{C183D7F6-B498-43B3-948B-1728B52AA6E4}">
                    <adec:decorative xmlns:adec="http://schemas.microsoft.com/office/drawing/2017/decorative" val="1"/>
                  </a:ext>
                </a:extLst>
              </p:cNvPr>
              <p:cNvGrpSpPr/>
              <p:nvPr/>
            </p:nvGrpSpPr>
            <p:grpSpPr>
              <a:xfrm>
                <a:off x="26587548" y="8125671"/>
                <a:ext cx="1122930" cy="1122930"/>
                <a:chOff x="4196100" y="4262300"/>
                <a:chExt cx="58000" cy="58000"/>
              </a:xfrm>
              <a:solidFill>
                <a:schemeClr val="accent4">
                  <a:alpha val="25000"/>
                </a:schemeClr>
              </a:solidFill>
            </p:grpSpPr>
            <p:sp>
              <p:nvSpPr>
                <p:cNvPr id="175" name="Google Shape;1153;p64">
                  <a:extLst>
                    <a:ext uri="{FF2B5EF4-FFF2-40B4-BE49-F238E27FC236}">
                      <a16:creationId xmlns:a16="http://schemas.microsoft.com/office/drawing/2014/main" id="{650ECB31-12DD-612A-F3E7-77D7C3AF729E}"/>
                    </a:ext>
                  </a:extLst>
                </p:cNvPr>
                <p:cNvSpPr/>
                <p:nvPr/>
              </p:nvSpPr>
              <p:spPr>
                <a:xfrm>
                  <a:off x="4196100" y="4262300"/>
                  <a:ext cx="57375" cy="24325"/>
                </a:xfrm>
                <a:custGeom>
                  <a:avLst/>
                  <a:gdLst/>
                  <a:ahLst/>
                  <a:cxnLst/>
                  <a:rect l="l" t="t" r="r" b="b"/>
                  <a:pathLst>
                    <a:path w="2295" h="973" extrusionOk="0">
                      <a:moveTo>
                        <a:pt x="1165" y="1"/>
                      </a:moveTo>
                      <a:cubicBezTo>
                        <a:pt x="735" y="1"/>
                        <a:pt x="364" y="229"/>
                        <a:pt x="161" y="574"/>
                      </a:cubicBezTo>
                      <a:lnTo>
                        <a:pt x="161" y="389"/>
                      </a:lnTo>
                      <a:cubicBezTo>
                        <a:pt x="161" y="347"/>
                        <a:pt x="127" y="313"/>
                        <a:pt x="77" y="313"/>
                      </a:cubicBezTo>
                      <a:cubicBezTo>
                        <a:pt x="35" y="313"/>
                        <a:pt x="1" y="347"/>
                        <a:pt x="1" y="389"/>
                      </a:cubicBezTo>
                      <a:lnTo>
                        <a:pt x="1" y="785"/>
                      </a:lnTo>
                      <a:cubicBezTo>
                        <a:pt x="1" y="844"/>
                        <a:pt x="51" y="895"/>
                        <a:pt x="111" y="895"/>
                      </a:cubicBezTo>
                      <a:lnTo>
                        <a:pt x="498" y="895"/>
                      </a:lnTo>
                      <a:cubicBezTo>
                        <a:pt x="549" y="895"/>
                        <a:pt x="583" y="861"/>
                        <a:pt x="583" y="810"/>
                      </a:cubicBezTo>
                      <a:cubicBezTo>
                        <a:pt x="583" y="768"/>
                        <a:pt x="549" y="735"/>
                        <a:pt x="498" y="735"/>
                      </a:cubicBezTo>
                      <a:lnTo>
                        <a:pt x="254" y="735"/>
                      </a:lnTo>
                      <a:cubicBezTo>
                        <a:pt x="414" y="389"/>
                        <a:pt x="760" y="153"/>
                        <a:pt x="1165" y="153"/>
                      </a:cubicBezTo>
                      <a:cubicBezTo>
                        <a:pt x="1628" y="153"/>
                        <a:pt x="2025" y="482"/>
                        <a:pt x="2134" y="912"/>
                      </a:cubicBezTo>
                      <a:cubicBezTo>
                        <a:pt x="2142" y="948"/>
                        <a:pt x="2175" y="972"/>
                        <a:pt x="2211" y="972"/>
                      </a:cubicBezTo>
                      <a:cubicBezTo>
                        <a:pt x="2216" y="972"/>
                        <a:pt x="2222" y="972"/>
                        <a:pt x="2227" y="971"/>
                      </a:cubicBezTo>
                      <a:cubicBezTo>
                        <a:pt x="2269" y="962"/>
                        <a:pt x="2295" y="920"/>
                        <a:pt x="2286" y="878"/>
                      </a:cubicBezTo>
                      <a:cubicBezTo>
                        <a:pt x="2160" y="372"/>
                        <a:pt x="1704" y="1"/>
                        <a:pt x="1165"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6" name="Google Shape;1154;p64">
                  <a:extLst>
                    <a:ext uri="{FF2B5EF4-FFF2-40B4-BE49-F238E27FC236}">
                      <a16:creationId xmlns:a16="http://schemas.microsoft.com/office/drawing/2014/main" id="{290828F9-D961-20F1-BD19-98D794A84FFB}"/>
                    </a:ext>
                  </a:extLst>
                </p:cNvPr>
                <p:cNvSpPr/>
                <p:nvPr/>
              </p:nvSpPr>
              <p:spPr>
                <a:xfrm>
                  <a:off x="4196750" y="4295800"/>
                  <a:ext cx="57350" cy="24500"/>
                </a:xfrm>
                <a:custGeom>
                  <a:avLst/>
                  <a:gdLst/>
                  <a:ahLst/>
                  <a:cxnLst/>
                  <a:rect l="l" t="t" r="r" b="b"/>
                  <a:pathLst>
                    <a:path w="2294" h="980" extrusionOk="0">
                      <a:moveTo>
                        <a:pt x="84" y="0"/>
                      </a:moveTo>
                      <a:cubicBezTo>
                        <a:pt x="79" y="0"/>
                        <a:pt x="73" y="1"/>
                        <a:pt x="68" y="2"/>
                      </a:cubicBezTo>
                      <a:cubicBezTo>
                        <a:pt x="25" y="10"/>
                        <a:pt x="0" y="61"/>
                        <a:pt x="9" y="103"/>
                      </a:cubicBezTo>
                      <a:cubicBezTo>
                        <a:pt x="135" y="600"/>
                        <a:pt x="590" y="980"/>
                        <a:pt x="1139" y="980"/>
                      </a:cubicBezTo>
                      <a:cubicBezTo>
                        <a:pt x="1560" y="980"/>
                        <a:pt x="1931" y="744"/>
                        <a:pt x="2134" y="398"/>
                      </a:cubicBezTo>
                      <a:lnTo>
                        <a:pt x="2134" y="584"/>
                      </a:lnTo>
                      <a:cubicBezTo>
                        <a:pt x="2134" y="626"/>
                        <a:pt x="2167" y="659"/>
                        <a:pt x="2218" y="659"/>
                      </a:cubicBezTo>
                      <a:cubicBezTo>
                        <a:pt x="2260" y="659"/>
                        <a:pt x="2294" y="626"/>
                        <a:pt x="2294" y="584"/>
                      </a:cubicBezTo>
                      <a:lnTo>
                        <a:pt x="2294" y="187"/>
                      </a:lnTo>
                      <a:cubicBezTo>
                        <a:pt x="2294" y="128"/>
                        <a:pt x="2243" y="78"/>
                        <a:pt x="2193" y="78"/>
                      </a:cubicBezTo>
                      <a:lnTo>
                        <a:pt x="1796" y="78"/>
                      </a:lnTo>
                      <a:cubicBezTo>
                        <a:pt x="1746" y="78"/>
                        <a:pt x="1712" y="120"/>
                        <a:pt x="1712" y="162"/>
                      </a:cubicBezTo>
                      <a:cubicBezTo>
                        <a:pt x="1712" y="204"/>
                        <a:pt x="1746" y="238"/>
                        <a:pt x="1796" y="238"/>
                      </a:cubicBezTo>
                      <a:lnTo>
                        <a:pt x="2041" y="238"/>
                      </a:lnTo>
                      <a:cubicBezTo>
                        <a:pt x="1881" y="584"/>
                        <a:pt x="1535" y="820"/>
                        <a:pt x="1139" y="820"/>
                      </a:cubicBezTo>
                      <a:cubicBezTo>
                        <a:pt x="666" y="820"/>
                        <a:pt x="270" y="499"/>
                        <a:pt x="160" y="61"/>
                      </a:cubicBezTo>
                      <a:cubicBezTo>
                        <a:pt x="153" y="24"/>
                        <a:pt x="120" y="0"/>
                        <a:pt x="84"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1" name="Google Shape;1152;p64">
                <a:extLst>
                  <a:ext uri="{FF2B5EF4-FFF2-40B4-BE49-F238E27FC236}">
                    <a16:creationId xmlns:a16="http://schemas.microsoft.com/office/drawing/2014/main" id="{3FB7F5C4-2358-F367-CCE1-8C65F17528D3}"/>
                  </a:ext>
                  <a:ext uri="{C183D7F6-B498-43B3-948B-1728B52AA6E4}">
                    <adec:decorative xmlns:adec="http://schemas.microsoft.com/office/drawing/2017/decorative" val="1"/>
                  </a:ext>
                </a:extLst>
              </p:cNvPr>
              <p:cNvGrpSpPr>
                <a:grpSpLocks noChangeAspect="1"/>
              </p:cNvGrpSpPr>
              <p:nvPr/>
            </p:nvGrpSpPr>
            <p:grpSpPr>
              <a:xfrm>
                <a:off x="23311967" y="13899811"/>
                <a:ext cx="1498647" cy="1498646"/>
                <a:chOff x="4196100" y="4262300"/>
                <a:chExt cx="58000" cy="58000"/>
              </a:xfrm>
              <a:solidFill>
                <a:schemeClr val="accent4"/>
              </a:solidFill>
              <a:scene3d>
                <a:camera prst="isometricTopUp"/>
                <a:lightRig rig="threePt" dir="t"/>
              </a:scene3d>
            </p:grpSpPr>
            <p:sp>
              <p:nvSpPr>
                <p:cNvPr id="173" name="Google Shape;1153;p64">
                  <a:extLst>
                    <a:ext uri="{FF2B5EF4-FFF2-40B4-BE49-F238E27FC236}">
                      <a16:creationId xmlns:a16="http://schemas.microsoft.com/office/drawing/2014/main" id="{4C2B88DE-C986-F1EF-6502-8E629B890B68}"/>
                    </a:ext>
                  </a:extLst>
                </p:cNvPr>
                <p:cNvSpPr/>
                <p:nvPr/>
              </p:nvSpPr>
              <p:spPr>
                <a:xfrm>
                  <a:off x="4196100" y="4262300"/>
                  <a:ext cx="57375" cy="24325"/>
                </a:xfrm>
                <a:custGeom>
                  <a:avLst/>
                  <a:gdLst/>
                  <a:ahLst/>
                  <a:cxnLst/>
                  <a:rect l="l" t="t" r="r" b="b"/>
                  <a:pathLst>
                    <a:path w="2295" h="973" extrusionOk="0">
                      <a:moveTo>
                        <a:pt x="1165" y="1"/>
                      </a:moveTo>
                      <a:cubicBezTo>
                        <a:pt x="735" y="1"/>
                        <a:pt x="364" y="229"/>
                        <a:pt x="161" y="574"/>
                      </a:cubicBezTo>
                      <a:lnTo>
                        <a:pt x="161" y="389"/>
                      </a:lnTo>
                      <a:cubicBezTo>
                        <a:pt x="161" y="347"/>
                        <a:pt x="127" y="313"/>
                        <a:pt x="77" y="313"/>
                      </a:cubicBezTo>
                      <a:cubicBezTo>
                        <a:pt x="35" y="313"/>
                        <a:pt x="1" y="347"/>
                        <a:pt x="1" y="389"/>
                      </a:cubicBezTo>
                      <a:lnTo>
                        <a:pt x="1" y="785"/>
                      </a:lnTo>
                      <a:cubicBezTo>
                        <a:pt x="1" y="844"/>
                        <a:pt x="51" y="895"/>
                        <a:pt x="111" y="895"/>
                      </a:cubicBezTo>
                      <a:lnTo>
                        <a:pt x="498" y="895"/>
                      </a:lnTo>
                      <a:cubicBezTo>
                        <a:pt x="549" y="895"/>
                        <a:pt x="583" y="861"/>
                        <a:pt x="583" y="810"/>
                      </a:cubicBezTo>
                      <a:cubicBezTo>
                        <a:pt x="583" y="768"/>
                        <a:pt x="549" y="735"/>
                        <a:pt x="498" y="735"/>
                      </a:cubicBezTo>
                      <a:lnTo>
                        <a:pt x="254" y="735"/>
                      </a:lnTo>
                      <a:cubicBezTo>
                        <a:pt x="414" y="389"/>
                        <a:pt x="760" y="153"/>
                        <a:pt x="1165" y="153"/>
                      </a:cubicBezTo>
                      <a:cubicBezTo>
                        <a:pt x="1628" y="153"/>
                        <a:pt x="2025" y="482"/>
                        <a:pt x="2134" y="912"/>
                      </a:cubicBezTo>
                      <a:cubicBezTo>
                        <a:pt x="2142" y="948"/>
                        <a:pt x="2175" y="972"/>
                        <a:pt x="2211" y="972"/>
                      </a:cubicBezTo>
                      <a:cubicBezTo>
                        <a:pt x="2216" y="972"/>
                        <a:pt x="2222" y="972"/>
                        <a:pt x="2227" y="971"/>
                      </a:cubicBezTo>
                      <a:cubicBezTo>
                        <a:pt x="2269" y="962"/>
                        <a:pt x="2295" y="920"/>
                        <a:pt x="2286" y="878"/>
                      </a:cubicBezTo>
                      <a:cubicBezTo>
                        <a:pt x="2160" y="372"/>
                        <a:pt x="1704" y="1"/>
                        <a:pt x="1165"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4" name="Google Shape;1154;p64">
                  <a:extLst>
                    <a:ext uri="{FF2B5EF4-FFF2-40B4-BE49-F238E27FC236}">
                      <a16:creationId xmlns:a16="http://schemas.microsoft.com/office/drawing/2014/main" id="{FB254493-9A4D-D467-D997-72ABD7D8895D}"/>
                    </a:ext>
                  </a:extLst>
                </p:cNvPr>
                <p:cNvSpPr/>
                <p:nvPr/>
              </p:nvSpPr>
              <p:spPr>
                <a:xfrm>
                  <a:off x="4196750" y="4295800"/>
                  <a:ext cx="57350" cy="24500"/>
                </a:xfrm>
                <a:custGeom>
                  <a:avLst/>
                  <a:gdLst/>
                  <a:ahLst/>
                  <a:cxnLst/>
                  <a:rect l="l" t="t" r="r" b="b"/>
                  <a:pathLst>
                    <a:path w="2294" h="980" extrusionOk="0">
                      <a:moveTo>
                        <a:pt x="84" y="0"/>
                      </a:moveTo>
                      <a:cubicBezTo>
                        <a:pt x="79" y="0"/>
                        <a:pt x="73" y="1"/>
                        <a:pt x="68" y="2"/>
                      </a:cubicBezTo>
                      <a:cubicBezTo>
                        <a:pt x="25" y="10"/>
                        <a:pt x="0" y="61"/>
                        <a:pt x="9" y="103"/>
                      </a:cubicBezTo>
                      <a:cubicBezTo>
                        <a:pt x="135" y="600"/>
                        <a:pt x="590" y="980"/>
                        <a:pt x="1139" y="980"/>
                      </a:cubicBezTo>
                      <a:cubicBezTo>
                        <a:pt x="1560" y="980"/>
                        <a:pt x="1931" y="744"/>
                        <a:pt x="2134" y="398"/>
                      </a:cubicBezTo>
                      <a:lnTo>
                        <a:pt x="2134" y="584"/>
                      </a:lnTo>
                      <a:cubicBezTo>
                        <a:pt x="2134" y="626"/>
                        <a:pt x="2167" y="659"/>
                        <a:pt x="2218" y="659"/>
                      </a:cubicBezTo>
                      <a:cubicBezTo>
                        <a:pt x="2260" y="659"/>
                        <a:pt x="2294" y="626"/>
                        <a:pt x="2294" y="584"/>
                      </a:cubicBezTo>
                      <a:lnTo>
                        <a:pt x="2294" y="187"/>
                      </a:lnTo>
                      <a:cubicBezTo>
                        <a:pt x="2294" y="128"/>
                        <a:pt x="2243" y="78"/>
                        <a:pt x="2193" y="78"/>
                      </a:cubicBezTo>
                      <a:lnTo>
                        <a:pt x="1796" y="78"/>
                      </a:lnTo>
                      <a:cubicBezTo>
                        <a:pt x="1746" y="78"/>
                        <a:pt x="1712" y="120"/>
                        <a:pt x="1712" y="162"/>
                      </a:cubicBezTo>
                      <a:cubicBezTo>
                        <a:pt x="1712" y="204"/>
                        <a:pt x="1746" y="238"/>
                        <a:pt x="1796" y="238"/>
                      </a:cubicBezTo>
                      <a:lnTo>
                        <a:pt x="2041" y="238"/>
                      </a:lnTo>
                      <a:cubicBezTo>
                        <a:pt x="1881" y="584"/>
                        <a:pt x="1535" y="820"/>
                        <a:pt x="1139" y="820"/>
                      </a:cubicBezTo>
                      <a:cubicBezTo>
                        <a:pt x="666" y="820"/>
                        <a:pt x="270" y="499"/>
                        <a:pt x="160" y="61"/>
                      </a:cubicBezTo>
                      <a:cubicBezTo>
                        <a:pt x="153" y="24"/>
                        <a:pt x="120" y="0"/>
                        <a:pt x="84"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2" name="Google Shape;1130;p64">
                <a:extLst>
                  <a:ext uri="{FF2B5EF4-FFF2-40B4-BE49-F238E27FC236}">
                    <a16:creationId xmlns:a16="http://schemas.microsoft.com/office/drawing/2014/main" id="{25183331-4E21-C0B7-7627-C1CA87A37043}"/>
                  </a:ext>
                  <a:ext uri="{C183D7F6-B498-43B3-948B-1728B52AA6E4}">
                    <adec:decorative xmlns:adec="http://schemas.microsoft.com/office/drawing/2017/decorative" val="1"/>
                  </a:ext>
                </a:extLst>
              </p:cNvPr>
              <p:cNvGrpSpPr/>
              <p:nvPr/>
            </p:nvGrpSpPr>
            <p:grpSpPr>
              <a:xfrm>
                <a:off x="31512518" y="5940099"/>
                <a:ext cx="1098250" cy="1094378"/>
                <a:chOff x="4365400" y="4262950"/>
                <a:chExt cx="56725" cy="56525"/>
              </a:xfrm>
              <a:solidFill>
                <a:schemeClr val="accent4"/>
              </a:solidFill>
            </p:grpSpPr>
            <p:sp>
              <p:nvSpPr>
                <p:cNvPr id="170" name="Google Shape;1131;p64">
                  <a:extLst>
                    <a:ext uri="{FF2B5EF4-FFF2-40B4-BE49-F238E27FC236}">
                      <a16:creationId xmlns:a16="http://schemas.microsoft.com/office/drawing/2014/main" id="{9BF79BF5-F95F-A908-26EB-AB5950AA9516}"/>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1" name="Google Shape;1132;p64">
                  <a:extLst>
                    <a:ext uri="{FF2B5EF4-FFF2-40B4-BE49-F238E27FC236}">
                      <a16:creationId xmlns:a16="http://schemas.microsoft.com/office/drawing/2014/main" id="{5F53B60E-B8C3-BFDA-914F-6298AE795552}"/>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2" name="Google Shape;1133;p64">
                  <a:extLst>
                    <a:ext uri="{FF2B5EF4-FFF2-40B4-BE49-F238E27FC236}">
                      <a16:creationId xmlns:a16="http://schemas.microsoft.com/office/drawing/2014/main" id="{7E56F4DB-18A0-BEEB-B4B8-110FF8451B2B}"/>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3" name="Google Shape;1130;p64">
                <a:extLst>
                  <a:ext uri="{FF2B5EF4-FFF2-40B4-BE49-F238E27FC236}">
                    <a16:creationId xmlns:a16="http://schemas.microsoft.com/office/drawing/2014/main" id="{5274716A-9E30-E77A-6E10-A04267E72E6E}"/>
                  </a:ext>
                  <a:ext uri="{C183D7F6-B498-43B3-948B-1728B52AA6E4}">
                    <adec:decorative xmlns:adec="http://schemas.microsoft.com/office/drawing/2017/decorative" val="1"/>
                  </a:ext>
                </a:extLst>
              </p:cNvPr>
              <p:cNvGrpSpPr/>
              <p:nvPr/>
            </p:nvGrpSpPr>
            <p:grpSpPr>
              <a:xfrm>
                <a:off x="31512518" y="4512813"/>
                <a:ext cx="1098250" cy="1094378"/>
                <a:chOff x="4365400" y="4262950"/>
                <a:chExt cx="56725" cy="56525"/>
              </a:xfrm>
              <a:solidFill>
                <a:schemeClr val="accent4">
                  <a:alpha val="50000"/>
                </a:schemeClr>
              </a:solidFill>
            </p:grpSpPr>
            <p:sp>
              <p:nvSpPr>
                <p:cNvPr id="79" name="Google Shape;1131;p64">
                  <a:extLst>
                    <a:ext uri="{FF2B5EF4-FFF2-40B4-BE49-F238E27FC236}">
                      <a16:creationId xmlns:a16="http://schemas.microsoft.com/office/drawing/2014/main" id="{1F8930CE-B14E-709D-3940-AD7DAFEEA56C}"/>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80" name="Google Shape;1132;p64">
                  <a:extLst>
                    <a:ext uri="{FF2B5EF4-FFF2-40B4-BE49-F238E27FC236}">
                      <a16:creationId xmlns:a16="http://schemas.microsoft.com/office/drawing/2014/main" id="{E2A9515D-9CD3-804B-4E6E-67E17995B8E4}"/>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87" name="Google Shape;1133;p64">
                  <a:extLst>
                    <a:ext uri="{FF2B5EF4-FFF2-40B4-BE49-F238E27FC236}">
                      <a16:creationId xmlns:a16="http://schemas.microsoft.com/office/drawing/2014/main" id="{37C3E515-289B-9819-3C14-6549E7938F8F}"/>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4" name="Google Shape;1130;p64">
                <a:extLst>
                  <a:ext uri="{FF2B5EF4-FFF2-40B4-BE49-F238E27FC236}">
                    <a16:creationId xmlns:a16="http://schemas.microsoft.com/office/drawing/2014/main" id="{A0E30BB4-45A0-0B2B-E057-39C971D0EE0D}"/>
                  </a:ext>
                  <a:ext uri="{C183D7F6-B498-43B3-948B-1728B52AA6E4}">
                    <adec:decorative xmlns:adec="http://schemas.microsoft.com/office/drawing/2017/decorative" val="1"/>
                  </a:ext>
                </a:extLst>
              </p:cNvPr>
              <p:cNvGrpSpPr/>
              <p:nvPr/>
            </p:nvGrpSpPr>
            <p:grpSpPr>
              <a:xfrm>
                <a:off x="31512518" y="3085533"/>
                <a:ext cx="1098250" cy="1094378"/>
                <a:chOff x="4365400" y="4262950"/>
                <a:chExt cx="56725" cy="56525"/>
              </a:xfrm>
              <a:solidFill>
                <a:schemeClr val="accent4">
                  <a:alpha val="25000"/>
                </a:schemeClr>
              </a:solidFill>
            </p:grpSpPr>
            <p:sp>
              <p:nvSpPr>
                <p:cNvPr id="76" name="Google Shape;1131;p64">
                  <a:extLst>
                    <a:ext uri="{FF2B5EF4-FFF2-40B4-BE49-F238E27FC236}">
                      <a16:creationId xmlns:a16="http://schemas.microsoft.com/office/drawing/2014/main" id="{CB426C90-775C-4AEC-0E42-3F0569ABD825}"/>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7" name="Google Shape;1132;p64">
                  <a:extLst>
                    <a:ext uri="{FF2B5EF4-FFF2-40B4-BE49-F238E27FC236}">
                      <a16:creationId xmlns:a16="http://schemas.microsoft.com/office/drawing/2014/main" id="{66489413-727B-5E3B-36A5-3699E6EA19C0}"/>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8" name="Google Shape;1133;p64">
                  <a:extLst>
                    <a:ext uri="{FF2B5EF4-FFF2-40B4-BE49-F238E27FC236}">
                      <a16:creationId xmlns:a16="http://schemas.microsoft.com/office/drawing/2014/main" id="{23A27672-4BD5-8ACF-2D6D-FAA2B52ECA85}"/>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5" name="Google Shape;1130;p64">
                <a:extLst>
                  <a:ext uri="{FF2B5EF4-FFF2-40B4-BE49-F238E27FC236}">
                    <a16:creationId xmlns:a16="http://schemas.microsoft.com/office/drawing/2014/main" id="{8A64FA92-5625-2504-7997-46BBCED74420}"/>
                  </a:ext>
                  <a:ext uri="{C183D7F6-B498-43B3-948B-1728B52AA6E4}">
                    <adec:decorative xmlns:adec="http://schemas.microsoft.com/office/drawing/2017/decorative" val="1"/>
                  </a:ext>
                </a:extLst>
              </p:cNvPr>
              <p:cNvGrpSpPr>
                <a:grpSpLocks noChangeAspect="1"/>
              </p:cNvGrpSpPr>
              <p:nvPr/>
            </p:nvGrpSpPr>
            <p:grpSpPr>
              <a:xfrm>
                <a:off x="32604959" y="12054869"/>
                <a:ext cx="1503951" cy="1498647"/>
                <a:chOff x="4365400" y="4262950"/>
                <a:chExt cx="56725" cy="56525"/>
              </a:xfrm>
              <a:solidFill>
                <a:schemeClr val="accent4"/>
              </a:solidFill>
              <a:scene3d>
                <a:camera prst="isometricTopUp"/>
                <a:lightRig rig="threePt" dir="t"/>
              </a:scene3d>
            </p:grpSpPr>
            <p:sp>
              <p:nvSpPr>
                <p:cNvPr id="73" name="Google Shape;1131;p64">
                  <a:extLst>
                    <a:ext uri="{FF2B5EF4-FFF2-40B4-BE49-F238E27FC236}">
                      <a16:creationId xmlns:a16="http://schemas.microsoft.com/office/drawing/2014/main" id="{78544255-0BB6-9441-E252-A7AA1B3A8B42}"/>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4" name="Google Shape;1132;p64">
                  <a:extLst>
                    <a:ext uri="{FF2B5EF4-FFF2-40B4-BE49-F238E27FC236}">
                      <a16:creationId xmlns:a16="http://schemas.microsoft.com/office/drawing/2014/main" id="{51D3A10F-52E8-C80E-E2B2-D94D3797C4DA}"/>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5" name="Google Shape;1133;p64">
                  <a:extLst>
                    <a:ext uri="{FF2B5EF4-FFF2-40B4-BE49-F238E27FC236}">
                      <a16:creationId xmlns:a16="http://schemas.microsoft.com/office/drawing/2014/main" id="{B7DB9BFF-54D3-2852-9804-0E543AB57E45}"/>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6" name="Google Shape;1130;p64">
                <a:extLst>
                  <a:ext uri="{FF2B5EF4-FFF2-40B4-BE49-F238E27FC236}">
                    <a16:creationId xmlns:a16="http://schemas.microsoft.com/office/drawing/2014/main" id="{67B5F58C-4DD2-D3D6-B20A-DA38DC57EFA3}"/>
                  </a:ext>
                  <a:ext uri="{C183D7F6-B498-43B3-948B-1728B52AA6E4}">
                    <adec:decorative xmlns:adec="http://schemas.microsoft.com/office/drawing/2017/decorative" val="1"/>
                  </a:ext>
                </a:extLst>
              </p:cNvPr>
              <p:cNvGrpSpPr>
                <a:grpSpLocks noChangeAspect="1"/>
              </p:cNvGrpSpPr>
              <p:nvPr/>
            </p:nvGrpSpPr>
            <p:grpSpPr>
              <a:xfrm>
                <a:off x="29604005" y="10188422"/>
                <a:ext cx="1503951" cy="1498647"/>
                <a:chOff x="4365400" y="4262950"/>
                <a:chExt cx="56725" cy="56525"/>
              </a:xfrm>
              <a:solidFill>
                <a:schemeClr val="accent4"/>
              </a:solidFill>
              <a:scene3d>
                <a:camera prst="isometricTopUp"/>
                <a:lightRig rig="threePt" dir="t"/>
              </a:scene3d>
            </p:grpSpPr>
            <p:sp>
              <p:nvSpPr>
                <p:cNvPr id="70" name="Google Shape;1131;p64">
                  <a:extLst>
                    <a:ext uri="{FF2B5EF4-FFF2-40B4-BE49-F238E27FC236}">
                      <a16:creationId xmlns:a16="http://schemas.microsoft.com/office/drawing/2014/main" id="{21215BCF-45B2-6793-8327-D16DFB05EF03}"/>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1" name="Google Shape;1132;p64">
                  <a:extLst>
                    <a:ext uri="{FF2B5EF4-FFF2-40B4-BE49-F238E27FC236}">
                      <a16:creationId xmlns:a16="http://schemas.microsoft.com/office/drawing/2014/main" id="{146367D0-1BED-5B17-4552-E0DBCEF975C0}"/>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2" name="Google Shape;1133;p64">
                  <a:extLst>
                    <a:ext uri="{FF2B5EF4-FFF2-40B4-BE49-F238E27FC236}">
                      <a16:creationId xmlns:a16="http://schemas.microsoft.com/office/drawing/2014/main" id="{602231E8-4E58-EEC5-58CE-D031E59B90E6}"/>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pic>
            <p:nvPicPr>
              <p:cNvPr id="67" name="Picture 66" descr="A close up of a heart&#10;&#10;AI-generated content may be incorrect.">
                <a:extLst>
                  <a:ext uri="{FF2B5EF4-FFF2-40B4-BE49-F238E27FC236}">
                    <a16:creationId xmlns:a16="http://schemas.microsoft.com/office/drawing/2014/main" id="{0D8663A1-F5F6-4B7B-FB03-832E72A4692F}"/>
                  </a:ext>
                </a:extLst>
              </p:cNvPr>
              <p:cNvPicPr>
                <a:picLocks noChangeAspect="1"/>
              </p:cNvPicPr>
              <p:nvPr/>
            </p:nvPicPr>
            <p:blipFill>
              <a:blip r:embed="rId21" cstate="screen">
                <a:extLst>
                  <a:ext uri="{28A0092B-C50C-407E-A947-70E740481C1C}">
                    <a14:useLocalDpi xmlns:a14="http://schemas.microsoft.com/office/drawing/2010/main"/>
                  </a:ext>
                </a:extLst>
              </a:blip>
              <a:srcRect l="15155"/>
              <a:stretch>
                <a:fillRect/>
              </a:stretch>
            </p:blipFill>
            <p:spPr>
              <a:xfrm>
                <a:off x="26698698" y="14903315"/>
                <a:ext cx="8755554" cy="2852127"/>
              </a:xfrm>
              <a:prstGeom prst="roundRect">
                <a:avLst/>
              </a:prstGeom>
            </p:spPr>
          </p:pic>
          <p:pic>
            <p:nvPicPr>
              <p:cNvPr id="68" name="Picture 67" descr="A close up of a heart&#10;&#10;AI-generated content may be incorrect.">
                <a:extLst>
                  <a:ext uri="{FF2B5EF4-FFF2-40B4-BE49-F238E27FC236}">
                    <a16:creationId xmlns:a16="http://schemas.microsoft.com/office/drawing/2014/main" id="{12562A8A-1BE4-7127-F44A-592C0CCBADDC}"/>
                  </a:ext>
                </a:extLst>
              </p:cNvPr>
              <p:cNvPicPr>
                <a:picLocks noChangeAspect="1"/>
              </p:cNvPicPr>
              <p:nvPr/>
            </p:nvPicPr>
            <p:blipFill>
              <a:blip r:embed="rId22" cstate="screen">
                <a:extLst>
                  <a:ext uri="{28A0092B-C50C-407E-A947-70E740481C1C}">
                    <a14:useLocalDpi xmlns:a14="http://schemas.microsoft.com/office/drawing/2010/main"/>
                  </a:ext>
                </a:extLst>
              </a:blip>
              <a:srcRect l="29617"/>
              <a:stretch>
                <a:fillRect/>
              </a:stretch>
            </p:blipFill>
            <p:spPr>
              <a:xfrm flipV="1">
                <a:off x="26862515" y="1142999"/>
                <a:ext cx="8591739" cy="3369657"/>
              </a:xfrm>
              <a:prstGeom prst="roundRect">
                <a:avLst/>
              </a:prstGeom>
              <a:ln>
                <a:noFill/>
              </a:ln>
            </p:spPr>
          </p:pic>
          <p:pic>
            <p:nvPicPr>
              <p:cNvPr id="69" name="Picture 68" descr="A close up of a heart&#10;&#10;AI-generated content may be incorrect.">
                <a:extLst>
                  <a:ext uri="{FF2B5EF4-FFF2-40B4-BE49-F238E27FC236}">
                    <a16:creationId xmlns:a16="http://schemas.microsoft.com/office/drawing/2014/main" id="{38353995-C2CC-0E51-0568-FBF6BD3D7634}"/>
                  </a:ext>
                </a:extLst>
              </p:cNvPr>
              <p:cNvPicPr>
                <a:picLocks noChangeAspect="1"/>
              </p:cNvPicPr>
              <p:nvPr/>
            </p:nvPicPr>
            <p:blipFill>
              <a:blip r:embed="rId23" cstate="screen">
                <a:extLst>
                  <a:ext uri="{28A0092B-C50C-407E-A947-70E740481C1C}">
                    <a14:useLocalDpi xmlns:a14="http://schemas.microsoft.com/office/drawing/2010/main"/>
                  </a:ext>
                </a:extLst>
              </a:blip>
              <a:srcRect l="24824"/>
              <a:stretch>
                <a:fillRect/>
              </a:stretch>
            </p:blipFill>
            <p:spPr>
              <a:xfrm flipH="1">
                <a:off x="18535512" y="15230238"/>
                <a:ext cx="6866346" cy="2525202"/>
              </a:xfrm>
              <a:prstGeom prst="roundRect">
                <a:avLst/>
              </a:prstGeom>
              <a:ln>
                <a:noFill/>
              </a:ln>
            </p:spPr>
          </p:pic>
        </p:grpSp>
        <p:sp>
          <p:nvSpPr>
            <p:cNvPr id="227" name="Rounded Rectangle 226">
              <a:extLst>
                <a:ext uri="{FF2B5EF4-FFF2-40B4-BE49-F238E27FC236}">
                  <a16:creationId xmlns:a16="http://schemas.microsoft.com/office/drawing/2014/main" id="{20673861-8BAC-2FA5-B921-866735C1C14A}"/>
                </a:ext>
              </a:extLst>
            </p:cNvPr>
            <p:cNvSpPr/>
            <p:nvPr/>
          </p:nvSpPr>
          <p:spPr>
            <a:xfrm>
              <a:off x="25181505" y="8208429"/>
              <a:ext cx="4547883" cy="942354"/>
            </a:xfrm>
            <a:prstGeom prst="roundRect">
              <a:avLst>
                <a:gd name="adj" fmla="val 50000"/>
              </a:avLst>
            </a:prstGeom>
            <a:solidFill>
              <a:schemeClr val="tx1"/>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2742103">
                <a:defRPr/>
              </a:pPr>
              <a:r>
                <a:rPr lang="en-US" sz="1050">
                  <a:solidFill>
                    <a:srgbClr val="000000"/>
                  </a:solidFill>
                  <a:latin typeface="Mona Sans Display" panose="020B0604020202020204" charset="0"/>
                  <a:cs typeface="Mona Sans Display" panose="020B0604020202020204" charset="0"/>
                </a:rPr>
                <a:t>Teams + agents</a:t>
              </a:r>
            </a:p>
          </p:txBody>
        </p:sp>
      </p:grpSp>
      <p:grpSp>
        <p:nvGrpSpPr>
          <p:cNvPr id="231" name="Group 230">
            <a:extLst>
              <a:ext uri="{FF2B5EF4-FFF2-40B4-BE49-F238E27FC236}">
                <a16:creationId xmlns:a16="http://schemas.microsoft.com/office/drawing/2014/main" id="{B648C9BA-A310-FA0E-6424-133BBE4B3EF5}"/>
              </a:ext>
            </a:extLst>
          </p:cNvPr>
          <p:cNvGrpSpPr/>
          <p:nvPr/>
        </p:nvGrpSpPr>
        <p:grpSpPr>
          <a:xfrm>
            <a:off x="3513022" y="2168416"/>
            <a:ext cx="2144393" cy="87384"/>
            <a:chOff x="19681044" y="6268685"/>
            <a:chExt cx="6434857" cy="262221"/>
          </a:xfrm>
        </p:grpSpPr>
        <p:sp>
          <p:nvSpPr>
            <p:cNvPr id="232" name="Rectangle 231">
              <a:extLst>
                <a:ext uri="{FF2B5EF4-FFF2-40B4-BE49-F238E27FC236}">
                  <a16:creationId xmlns:a16="http://schemas.microsoft.com/office/drawing/2014/main" id="{9EA6BEDE-EFDF-5175-C3AF-5036BB092A7C}"/>
                </a:ext>
              </a:extLst>
            </p:cNvPr>
            <p:cNvSpPr/>
            <p:nvPr/>
          </p:nvSpPr>
          <p:spPr>
            <a:xfrm>
              <a:off x="19681044" y="6373575"/>
              <a:ext cx="6434857" cy="52442"/>
            </a:xfrm>
            <a:prstGeom prst="rect">
              <a:avLst/>
            </a:prstGeom>
            <a:gradFill flip="none" rotWithShape="1">
              <a:gsLst>
                <a:gs pos="0">
                  <a:srgbClr val="5FED83">
                    <a:alpha val="0"/>
                  </a:srgbClr>
                </a:gs>
                <a:gs pos="100000">
                  <a:srgbClr val="5FED83">
                    <a:alpha val="0"/>
                  </a:srgbClr>
                </a:gs>
                <a:gs pos="50000">
                  <a:srgbClr val="5FED8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endParaRPr lang="en-US" sz="4799">
                <a:solidFill>
                  <a:srgbClr val="FFFFFF"/>
                </a:solidFill>
                <a:latin typeface="Mona Sans Display" panose="020B0604020202020204" charset="0"/>
                <a:cs typeface="Mona Sans Display" panose="020B0604020202020204" charset="0"/>
              </a:endParaRPr>
            </a:p>
          </p:txBody>
        </p:sp>
        <p:sp>
          <p:nvSpPr>
            <p:cNvPr id="233" name="Oval 232">
              <a:extLst>
                <a:ext uri="{FF2B5EF4-FFF2-40B4-BE49-F238E27FC236}">
                  <a16:creationId xmlns:a16="http://schemas.microsoft.com/office/drawing/2014/main" id="{37D5E86E-DCF9-13B5-1EC6-107B18043E48}"/>
                </a:ext>
              </a:extLst>
            </p:cNvPr>
            <p:cNvSpPr>
              <a:spLocks noChangeAspect="1"/>
            </p:cNvSpPr>
            <p:nvPr/>
          </p:nvSpPr>
          <p:spPr>
            <a:xfrm>
              <a:off x="22767362" y="6268685"/>
              <a:ext cx="262221" cy="262221"/>
            </a:xfrm>
            <a:prstGeom prst="ellipse">
              <a:avLst/>
            </a:prstGeom>
            <a:solidFill>
              <a:srgbClr val="5FED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endParaRPr lang="en-US" sz="4799">
                <a:solidFill>
                  <a:srgbClr val="FFFFFF"/>
                </a:solidFill>
                <a:latin typeface="Mona Sans Display" panose="020B0604020202020204" charset="0"/>
                <a:cs typeface="Mona Sans Display" panose="020B0604020202020204" charset="0"/>
              </a:endParaRPr>
            </a:p>
          </p:txBody>
        </p:sp>
      </p:grpSp>
    </p:spTree>
    <p:extLst>
      <p:ext uri="{BB962C8B-B14F-4D97-AF65-F5344CB8AC3E}">
        <p14:creationId xmlns:p14="http://schemas.microsoft.com/office/powerpoint/2010/main" val="323807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1A103B-7E5C-29DF-66C6-C233FE76FD56}"/>
              </a:ext>
            </a:extLst>
          </p:cNvPr>
          <p:cNvPicPr>
            <a:picLocks noChangeAspect="1"/>
          </p:cNvPicPr>
          <p:nvPr/>
        </p:nvPicPr>
        <p:blipFill>
          <a:blip r:embed="rId3"/>
          <a:stretch>
            <a:fillRect/>
          </a:stretch>
        </p:blipFill>
        <p:spPr>
          <a:xfrm>
            <a:off x="779335" y="3296840"/>
            <a:ext cx="10633329" cy="3176707"/>
          </a:xfrm>
          <a:prstGeom prst="rect">
            <a:avLst/>
          </a:prstGeom>
        </p:spPr>
      </p:pic>
      <p:pic>
        <p:nvPicPr>
          <p:cNvPr id="11" name="Picture 10">
            <a:extLst>
              <a:ext uri="{FF2B5EF4-FFF2-40B4-BE49-F238E27FC236}">
                <a16:creationId xmlns:a16="http://schemas.microsoft.com/office/drawing/2014/main" id="{6B680CBA-453A-04E3-9069-16E01A262632}"/>
              </a:ext>
            </a:extLst>
          </p:cNvPr>
          <p:cNvPicPr>
            <a:picLocks noChangeAspect="1"/>
          </p:cNvPicPr>
          <p:nvPr/>
        </p:nvPicPr>
        <p:blipFill>
          <a:blip r:embed="rId4"/>
          <a:stretch>
            <a:fillRect/>
          </a:stretch>
        </p:blipFill>
        <p:spPr>
          <a:xfrm>
            <a:off x="2759222" y="1708486"/>
            <a:ext cx="6673556" cy="1565308"/>
          </a:xfrm>
          <a:prstGeom prst="rect">
            <a:avLst/>
          </a:prstGeom>
        </p:spPr>
      </p:pic>
      <p:pic>
        <p:nvPicPr>
          <p:cNvPr id="13" name="Picture 12">
            <a:extLst>
              <a:ext uri="{FF2B5EF4-FFF2-40B4-BE49-F238E27FC236}">
                <a16:creationId xmlns:a16="http://schemas.microsoft.com/office/drawing/2014/main" id="{B6CB7A22-443C-9953-39F3-4EF3A057D7BB}"/>
              </a:ext>
            </a:extLst>
          </p:cNvPr>
          <p:cNvPicPr>
            <a:picLocks noChangeAspect="1"/>
          </p:cNvPicPr>
          <p:nvPr/>
        </p:nvPicPr>
        <p:blipFill>
          <a:blip r:embed="rId5"/>
          <a:stretch>
            <a:fillRect/>
          </a:stretch>
        </p:blipFill>
        <p:spPr>
          <a:xfrm>
            <a:off x="4505164" y="581971"/>
            <a:ext cx="3181673" cy="1103470"/>
          </a:xfrm>
          <a:prstGeom prst="rect">
            <a:avLst/>
          </a:prstGeom>
        </p:spPr>
      </p:pic>
      <p:pic>
        <p:nvPicPr>
          <p:cNvPr id="17" name="Picture 16">
            <a:extLst>
              <a:ext uri="{FF2B5EF4-FFF2-40B4-BE49-F238E27FC236}">
                <a16:creationId xmlns:a16="http://schemas.microsoft.com/office/drawing/2014/main" id="{F0337D73-B8F1-2BE0-39DD-76AEB78AC8CD}"/>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97297" y="-911823"/>
            <a:ext cx="4340823" cy="4340823"/>
          </a:xfrm>
          <a:prstGeom prst="rect">
            <a:avLst/>
          </a:prstGeom>
        </p:spPr>
      </p:pic>
      <p:pic>
        <p:nvPicPr>
          <p:cNvPr id="18" name="Picture 17" descr="VS Code Copilot agent mode showing 4 files changed with Keep/Undo options and an &quot;Edit files in your workspace in agent mode&quot; prompt.">
            <a:extLst>
              <a:ext uri="{FF2B5EF4-FFF2-40B4-BE49-F238E27FC236}">
                <a16:creationId xmlns:a16="http://schemas.microsoft.com/office/drawing/2014/main" id="{245B1F65-080C-80F6-02E3-FCDC86394E6D}"/>
              </a:ext>
            </a:extLst>
          </p:cNvPr>
          <p:cNvPicPr>
            <a:picLocks noChangeAspect="1"/>
          </p:cNvPicPr>
          <p:nvPr/>
        </p:nvPicPr>
        <p:blipFill>
          <a:blip r:embed="rId7"/>
          <a:stretch>
            <a:fillRect/>
          </a:stretch>
        </p:blipFill>
        <p:spPr>
          <a:xfrm>
            <a:off x="9677215" y="935428"/>
            <a:ext cx="4274100" cy="2338366"/>
          </a:xfrm>
          <a:prstGeom prst="rect">
            <a:avLst/>
          </a:prstGeom>
        </p:spPr>
      </p:pic>
    </p:spTree>
    <p:extLst>
      <p:ext uri="{BB962C8B-B14F-4D97-AF65-F5344CB8AC3E}">
        <p14:creationId xmlns:p14="http://schemas.microsoft.com/office/powerpoint/2010/main" val="97751453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E9DC8-5FC7-94D1-9461-EF20063A9DD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250BEFD-4D8F-DE04-0B11-D4F1AF2F1252}"/>
              </a:ext>
            </a:extLst>
          </p:cNvPr>
          <p:cNvSpPr>
            <a:spLocks noGrp="1"/>
          </p:cNvSpPr>
          <p:nvPr>
            <p:ph type="ctrTitle"/>
          </p:nvPr>
        </p:nvSpPr>
        <p:spPr/>
        <p:txBody>
          <a:bodyPr/>
          <a:lstStyle/>
          <a:p>
            <a:r>
              <a:rPr lang="en-US" b="0">
                <a:latin typeface="Mona Sans Display" panose="020B0604020202020204" charset="0"/>
                <a:cs typeface="Mona Sans Display" panose="020B0604020202020204" charset="0"/>
              </a:rPr>
              <a:t>One GitHub Copilot, </a:t>
            </a:r>
            <a:br>
              <a:rPr lang="en-US" b="0">
                <a:latin typeface="Mona Sans Display" panose="020B0604020202020204" charset="0"/>
                <a:cs typeface="Mona Sans Display" panose="020B0604020202020204" charset="0"/>
              </a:rPr>
            </a:br>
            <a:r>
              <a:rPr lang="en-US" b="0">
                <a:latin typeface="Mona Sans Display" panose="020B0604020202020204" charset="0"/>
                <a:cs typeface="Mona Sans Display" panose="020B0604020202020204" charset="0"/>
              </a:rPr>
              <a:t>everywhere you code</a:t>
            </a:r>
          </a:p>
        </p:txBody>
      </p:sp>
    </p:spTree>
    <p:extLst>
      <p:ext uri="{BB962C8B-B14F-4D97-AF65-F5344CB8AC3E}">
        <p14:creationId xmlns:p14="http://schemas.microsoft.com/office/powerpoint/2010/main" val="3474706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BCF18-05CD-E2BC-8189-A0787329C578}"/>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D22E4364-5270-FC65-8934-F68545030F06}"/>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a:fillRect/>
          </a:stretch>
        </p:blipFill>
        <p:spPr bwMode="auto">
          <a:xfrm>
            <a:off x="4070625" y="1231225"/>
            <a:ext cx="4041612" cy="1696106"/>
          </a:xfrm>
          <a:prstGeom prst="rect">
            <a:avLst/>
          </a:prstGeom>
          <a:solidFill>
            <a:srgbClr val="000000"/>
          </a:solidFill>
          <a:ln w="12700">
            <a:noFill/>
          </a:ln>
        </p:spPr>
      </p:pic>
      <p:pic>
        <p:nvPicPr>
          <p:cNvPr id="1026" name="Picture 2">
            <a:extLst>
              <a:ext uri="{FF2B5EF4-FFF2-40B4-BE49-F238E27FC236}">
                <a16:creationId xmlns:a16="http://schemas.microsoft.com/office/drawing/2014/main" id="{7771899E-B174-2820-D44C-1610EFD3CA95}"/>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a:fillRect/>
          </a:stretch>
        </p:blipFill>
        <p:spPr bwMode="auto">
          <a:xfrm>
            <a:off x="10725" y="1238732"/>
            <a:ext cx="4023334" cy="1691993"/>
          </a:xfrm>
          <a:prstGeom prst="rect">
            <a:avLst/>
          </a:prstGeom>
          <a:solidFill>
            <a:srgbClr val="000000"/>
          </a:solidFill>
          <a:ln w="12700">
            <a:noFill/>
          </a:ln>
        </p:spPr>
      </p:pic>
      <p:pic>
        <p:nvPicPr>
          <p:cNvPr id="2" name="Picture 2" descr="Jetbrains, Eclipse, and Xcode IDE logos">
            <a:extLst>
              <a:ext uri="{FF2B5EF4-FFF2-40B4-BE49-F238E27FC236}">
                <a16:creationId xmlns:a16="http://schemas.microsoft.com/office/drawing/2014/main" id="{2F463535-7D0F-C570-3B10-DFD15E514280}"/>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a:fillRect/>
          </a:stretch>
        </p:blipFill>
        <p:spPr bwMode="auto">
          <a:xfrm>
            <a:off x="8157943" y="1231223"/>
            <a:ext cx="4039909" cy="169610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Placeholder 25" descr="A screenshot of a computer&#10;&#10;AI-generated content may be incorrect.">
            <a:extLst>
              <a:ext uri="{FF2B5EF4-FFF2-40B4-BE49-F238E27FC236}">
                <a16:creationId xmlns:a16="http://schemas.microsoft.com/office/drawing/2014/main" id="{1C38CCD7-7590-9CEF-A623-F52CC59F5190}"/>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8157942" y="4132416"/>
            <a:ext cx="4032472" cy="1696108"/>
          </a:xfrm>
          <a:prstGeom prst="roundRect">
            <a:avLst>
              <a:gd name="adj" fmla="val 0"/>
            </a:avLst>
          </a:prstGeom>
          <a:ln>
            <a:noFill/>
          </a:ln>
        </p:spPr>
      </p:pic>
      <p:sp>
        <p:nvSpPr>
          <p:cNvPr id="98" name="TextBox 97">
            <a:extLst>
              <a:ext uri="{FF2B5EF4-FFF2-40B4-BE49-F238E27FC236}">
                <a16:creationId xmlns:a16="http://schemas.microsoft.com/office/drawing/2014/main" id="{2A8A5036-FCB8-CEB3-5C61-7C6B1959308B}"/>
              </a:ext>
            </a:extLst>
          </p:cNvPr>
          <p:cNvSpPr txBox="1"/>
          <p:nvPr/>
        </p:nvSpPr>
        <p:spPr>
          <a:xfrm>
            <a:off x="121987" y="354634"/>
            <a:ext cx="11042135" cy="646163"/>
          </a:xfrm>
          <a:prstGeom prst="rect">
            <a:avLst/>
          </a:prstGeom>
          <a:noFill/>
          <a:ln w="12700">
            <a:noFill/>
          </a:ln>
        </p:spPr>
        <p:txBody>
          <a:bodyPr wrap="square" rtlCol="0">
            <a:spAutoFit/>
          </a:bodyPr>
          <a:lstStyle/>
          <a:p>
            <a:r>
              <a:rPr lang="en-US" sz="3599" spc="-150">
                <a:latin typeface="Mona Sans Display" panose="020B0604020202020204" charset="0"/>
                <a:cs typeface="Mona Sans Display" panose="020B0604020202020204" charset="0"/>
              </a:rPr>
              <a:t>GitHub Copilot is available across IDEs, web, and mobile</a:t>
            </a:r>
          </a:p>
        </p:txBody>
      </p:sp>
      <p:sp>
        <p:nvSpPr>
          <p:cNvPr id="6" name="Rectangle 5">
            <a:extLst>
              <a:ext uri="{FF2B5EF4-FFF2-40B4-BE49-F238E27FC236}">
                <a16:creationId xmlns:a16="http://schemas.microsoft.com/office/drawing/2014/main" id="{8BB41AFA-2B9F-012C-2C32-91945243E00C}"/>
              </a:ext>
            </a:extLst>
          </p:cNvPr>
          <p:cNvSpPr/>
          <p:nvPr/>
        </p:nvSpPr>
        <p:spPr>
          <a:xfrm>
            <a:off x="1588" y="1203799"/>
            <a:ext cx="12188825" cy="27425"/>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7">
              <a:latin typeface="Mona Sans Display" panose="020B0604020202020204" charset="0"/>
              <a:cs typeface="Mona Sans Display" panose="020B0604020202020204" charset="0"/>
            </a:endParaRPr>
          </a:p>
        </p:txBody>
      </p:sp>
      <p:grpSp>
        <p:nvGrpSpPr>
          <p:cNvPr id="122" name="Group 121">
            <a:extLst>
              <a:ext uri="{FF2B5EF4-FFF2-40B4-BE49-F238E27FC236}">
                <a16:creationId xmlns:a16="http://schemas.microsoft.com/office/drawing/2014/main" id="{C535F596-3A6E-2DC1-9974-0A3BB29D705F}"/>
              </a:ext>
            </a:extLst>
          </p:cNvPr>
          <p:cNvGrpSpPr/>
          <p:nvPr/>
        </p:nvGrpSpPr>
        <p:grpSpPr>
          <a:xfrm>
            <a:off x="4043198" y="1203799"/>
            <a:ext cx="4114744" cy="5653309"/>
            <a:chOff x="4042663" y="1668726"/>
            <a:chExt cx="4115816" cy="5189274"/>
          </a:xfrm>
        </p:grpSpPr>
        <p:sp>
          <p:nvSpPr>
            <p:cNvPr id="7" name="Rectangle 6">
              <a:extLst>
                <a:ext uri="{FF2B5EF4-FFF2-40B4-BE49-F238E27FC236}">
                  <a16:creationId xmlns:a16="http://schemas.microsoft.com/office/drawing/2014/main" id="{A46F3085-8D39-A58A-CABA-10816A1008BE}"/>
                </a:ext>
              </a:extLst>
            </p:cNvPr>
            <p:cNvSpPr/>
            <p:nvPr/>
          </p:nvSpPr>
          <p:spPr>
            <a:xfrm>
              <a:off x="8121903" y="1668726"/>
              <a:ext cx="36576" cy="5189274"/>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7">
                <a:latin typeface="Mona Sans Display" panose="020B0604020202020204" charset="0"/>
                <a:cs typeface="Mona Sans Display" panose="020B0604020202020204" charset="0"/>
              </a:endParaRPr>
            </a:p>
          </p:txBody>
        </p:sp>
        <p:sp>
          <p:nvSpPr>
            <p:cNvPr id="22" name="Rectangle 21">
              <a:extLst>
                <a:ext uri="{FF2B5EF4-FFF2-40B4-BE49-F238E27FC236}">
                  <a16:creationId xmlns:a16="http://schemas.microsoft.com/office/drawing/2014/main" id="{BA96698E-8989-CFC9-6396-BF10724C8B57}"/>
                </a:ext>
              </a:extLst>
            </p:cNvPr>
            <p:cNvSpPr/>
            <p:nvPr/>
          </p:nvSpPr>
          <p:spPr>
            <a:xfrm>
              <a:off x="4042663" y="1668726"/>
              <a:ext cx="36576" cy="5189274"/>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7">
                <a:latin typeface="Mona Sans Display" panose="020B0604020202020204" charset="0"/>
                <a:cs typeface="Mona Sans Display" panose="020B0604020202020204" charset="0"/>
              </a:endParaRPr>
            </a:p>
          </p:txBody>
        </p:sp>
      </p:grpSp>
      <p:sp>
        <p:nvSpPr>
          <p:cNvPr id="44" name="TextBox 43">
            <a:extLst>
              <a:ext uri="{FF2B5EF4-FFF2-40B4-BE49-F238E27FC236}">
                <a16:creationId xmlns:a16="http://schemas.microsoft.com/office/drawing/2014/main" id="{56552BDA-67C3-1E0F-81CF-52883E4F3757}"/>
              </a:ext>
            </a:extLst>
          </p:cNvPr>
          <p:cNvSpPr txBox="1"/>
          <p:nvPr/>
        </p:nvSpPr>
        <p:spPr>
          <a:xfrm>
            <a:off x="344853" y="3090154"/>
            <a:ext cx="2402661"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GitHub.com &amp; GitHub mobile apps</a:t>
            </a:r>
          </a:p>
        </p:txBody>
      </p:sp>
      <p:sp>
        <p:nvSpPr>
          <p:cNvPr id="45" name="TextBox 44">
            <a:extLst>
              <a:ext uri="{FF2B5EF4-FFF2-40B4-BE49-F238E27FC236}">
                <a16:creationId xmlns:a16="http://schemas.microsoft.com/office/drawing/2014/main" id="{7308B704-9399-77B2-A9C5-5E8FC84BF1EE}"/>
              </a:ext>
            </a:extLst>
          </p:cNvPr>
          <p:cNvSpPr txBox="1"/>
          <p:nvPr/>
        </p:nvSpPr>
        <p:spPr>
          <a:xfrm>
            <a:off x="377063" y="6230093"/>
            <a:ext cx="2595086"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Terminal (Copilot CLI)</a:t>
            </a:r>
          </a:p>
        </p:txBody>
      </p:sp>
      <p:sp>
        <p:nvSpPr>
          <p:cNvPr id="46" name="TextBox 45">
            <a:extLst>
              <a:ext uri="{FF2B5EF4-FFF2-40B4-BE49-F238E27FC236}">
                <a16:creationId xmlns:a16="http://schemas.microsoft.com/office/drawing/2014/main" id="{A7701757-E5E8-E631-2DC6-5C5EDA00C851}"/>
              </a:ext>
            </a:extLst>
          </p:cNvPr>
          <p:cNvSpPr txBox="1"/>
          <p:nvPr/>
        </p:nvSpPr>
        <p:spPr>
          <a:xfrm>
            <a:off x="4465835" y="3090154"/>
            <a:ext cx="1033932"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VS Code</a:t>
            </a:r>
          </a:p>
        </p:txBody>
      </p:sp>
      <p:sp>
        <p:nvSpPr>
          <p:cNvPr id="47" name="TextBox 46">
            <a:extLst>
              <a:ext uri="{FF2B5EF4-FFF2-40B4-BE49-F238E27FC236}">
                <a16:creationId xmlns:a16="http://schemas.microsoft.com/office/drawing/2014/main" id="{A4ACBC29-F27C-F556-E028-F10E744DBDA5}"/>
              </a:ext>
            </a:extLst>
          </p:cNvPr>
          <p:cNvSpPr txBox="1"/>
          <p:nvPr/>
        </p:nvSpPr>
        <p:spPr>
          <a:xfrm>
            <a:off x="4465836" y="6022295"/>
            <a:ext cx="1633773"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Slack &amp; Teams</a:t>
            </a:r>
          </a:p>
        </p:txBody>
      </p:sp>
      <p:sp>
        <p:nvSpPr>
          <p:cNvPr id="110" name="TextBox 109">
            <a:extLst>
              <a:ext uri="{FF2B5EF4-FFF2-40B4-BE49-F238E27FC236}">
                <a16:creationId xmlns:a16="http://schemas.microsoft.com/office/drawing/2014/main" id="{758EB650-A6D2-FD3D-C803-03DD69BC56F3}"/>
              </a:ext>
            </a:extLst>
          </p:cNvPr>
          <p:cNvSpPr txBox="1"/>
          <p:nvPr/>
        </p:nvSpPr>
        <p:spPr>
          <a:xfrm>
            <a:off x="8550232" y="3138215"/>
            <a:ext cx="2726319" cy="830781"/>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JetBrains IDEs, Eclipse, </a:t>
            </a:r>
          </a:p>
          <a:p>
            <a:endParaRPr lang="en-US" sz="1200">
              <a:solidFill>
                <a:srgbClr val="5EEC83"/>
              </a:solidFill>
              <a:latin typeface="Mona Sans Display" panose="020B0604020202020204" charset="0"/>
              <a:ea typeface="Consolas" panose="02000009000000000000" pitchFamily="49" charset="77"/>
              <a:cs typeface="Mona Sans Display" panose="020B0604020202020204" charset="0"/>
            </a:endParaRPr>
          </a:p>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Vim, Visual Studio, Xcode</a:t>
            </a:r>
          </a:p>
          <a:p>
            <a:endParaRPr lang="en-US" sz="1200">
              <a:solidFill>
                <a:srgbClr val="5EEC83"/>
              </a:solidFill>
              <a:latin typeface="Mona Sans Display" panose="020B0604020202020204" charset="0"/>
              <a:ea typeface="Consolas" panose="02000009000000000000" pitchFamily="49" charset="77"/>
              <a:cs typeface="Mona Sans Display" panose="020B0604020202020204" charset="0"/>
            </a:endParaRPr>
          </a:p>
        </p:txBody>
      </p:sp>
      <p:sp>
        <p:nvSpPr>
          <p:cNvPr id="111" name="TextBox 110">
            <a:extLst>
              <a:ext uri="{FF2B5EF4-FFF2-40B4-BE49-F238E27FC236}">
                <a16:creationId xmlns:a16="http://schemas.microsoft.com/office/drawing/2014/main" id="{2EBF335B-8B1D-0BCE-B51E-D0416B7721DB}"/>
              </a:ext>
            </a:extLst>
          </p:cNvPr>
          <p:cNvSpPr txBox="1"/>
          <p:nvPr/>
        </p:nvSpPr>
        <p:spPr>
          <a:xfrm>
            <a:off x="8550231" y="6022294"/>
            <a:ext cx="3111010"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Azure DevOps Boards, Linear, Jira</a:t>
            </a:r>
          </a:p>
        </p:txBody>
      </p:sp>
      <p:pic>
        <p:nvPicPr>
          <p:cNvPr id="12" name="Picture 4" descr="Screenshot of user working on a bug using the GitHub app for Microsoft Teams">
            <a:extLst>
              <a:ext uri="{FF2B5EF4-FFF2-40B4-BE49-F238E27FC236}">
                <a16:creationId xmlns:a16="http://schemas.microsoft.com/office/drawing/2014/main" id="{E473AF37-446B-67ED-C16A-381FF699D388}"/>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l="50718" t="37334" r="8782" b="30361"/>
          <a:stretch>
            <a:fillRect/>
          </a:stretch>
        </p:blipFill>
        <p:spPr bwMode="auto">
          <a:xfrm>
            <a:off x="4096337" y="4123726"/>
            <a:ext cx="4025038" cy="170479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F56BEFAA-3181-041F-EA92-2B2A8411A649}"/>
              </a:ext>
            </a:extLst>
          </p:cNvPr>
          <p:cNvSpPr/>
          <p:nvPr/>
        </p:nvSpPr>
        <p:spPr>
          <a:xfrm>
            <a:off x="1588" y="4094164"/>
            <a:ext cx="12188825" cy="27425"/>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7">
              <a:latin typeface="Mona Sans Display" panose="020B0604020202020204" charset="0"/>
              <a:cs typeface="Mona Sans Display" panose="020B0604020202020204" charset="0"/>
            </a:endParaRPr>
          </a:p>
        </p:txBody>
      </p:sp>
      <p:pic>
        <p:nvPicPr>
          <p:cNvPr id="5" name="Picture 4">
            <a:extLst>
              <a:ext uri="{FF2B5EF4-FFF2-40B4-BE49-F238E27FC236}">
                <a16:creationId xmlns:a16="http://schemas.microsoft.com/office/drawing/2014/main" id="{47E167F3-64F1-9B1E-0545-D831886907E7}"/>
              </a:ext>
            </a:extLst>
          </p:cNvPr>
          <p:cNvPicPr>
            <a:picLocks noChangeAspect="1"/>
          </p:cNvPicPr>
          <p:nvPr/>
        </p:nvPicPr>
        <p:blipFill>
          <a:blip r:embed="rId8"/>
          <a:stretch>
            <a:fillRect/>
          </a:stretch>
        </p:blipFill>
        <p:spPr>
          <a:xfrm>
            <a:off x="83505" y="4107876"/>
            <a:ext cx="3877774" cy="2084178"/>
          </a:xfrm>
          <a:prstGeom prst="rect">
            <a:avLst/>
          </a:prstGeom>
        </p:spPr>
      </p:pic>
    </p:spTree>
    <p:extLst>
      <p:ext uri="{BB962C8B-B14F-4D97-AF65-F5344CB8AC3E}">
        <p14:creationId xmlns:p14="http://schemas.microsoft.com/office/powerpoint/2010/main" val="389256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3FB6D9-C2A7-698E-C94A-C53B460E0D30}"/>
              </a:ext>
            </a:extLst>
          </p:cNvPr>
          <p:cNvSpPr>
            <a:spLocks noGrp="1"/>
          </p:cNvSpPr>
          <p:nvPr>
            <p:ph type="body" sz="quarter" idx="35"/>
          </p:nvPr>
        </p:nvSpPr>
        <p:spPr>
          <a:xfrm>
            <a:off x="3450625" y="596502"/>
            <a:ext cx="5290750" cy="448550"/>
          </a:xfrm>
        </p:spPr>
        <p:txBody>
          <a:bodyPr/>
          <a:lstStyle/>
          <a:p>
            <a:r>
              <a:rPr lang="en-US">
                <a:latin typeface="Mona Sans Mono"/>
                <a:cs typeface="Segoe UI"/>
              </a:rPr>
              <a:t>Less // TODO: more </a:t>
            </a:r>
            <a:r>
              <a:rPr lang="en-US">
                <a:latin typeface="Mona Sans Mono"/>
              </a:rPr>
              <a:t>done</a:t>
            </a:r>
            <a:endParaRPr lang="en-US"/>
          </a:p>
        </p:txBody>
      </p:sp>
      <p:sp>
        <p:nvSpPr>
          <p:cNvPr id="4" name="Text Placeholder 3">
            <a:extLst>
              <a:ext uri="{FF2B5EF4-FFF2-40B4-BE49-F238E27FC236}">
                <a16:creationId xmlns:a16="http://schemas.microsoft.com/office/drawing/2014/main" id="{96607450-B0AD-564D-CD64-A86CBFE0B6B3}"/>
              </a:ext>
            </a:extLst>
          </p:cNvPr>
          <p:cNvSpPr>
            <a:spLocks noGrp="1"/>
          </p:cNvSpPr>
          <p:nvPr>
            <p:ph type="body" sz="quarter" idx="36"/>
          </p:nvPr>
        </p:nvSpPr>
        <p:spPr/>
        <p:txBody>
          <a:bodyPr/>
          <a:lstStyle/>
          <a:p>
            <a:r>
              <a:rPr lang="en-US">
                <a:latin typeface="Mona Sans Display"/>
                <a:cs typeface="Mona Sans Display"/>
              </a:rPr>
              <a:t>GitHub Copilot CLI</a:t>
            </a:r>
            <a:endParaRPr lang="en-US"/>
          </a:p>
        </p:txBody>
      </p:sp>
      <p:pic>
        <p:nvPicPr>
          <p:cNvPr id="2" name="copilot-cli">
            <a:hlinkClick r:id="" action="ppaction://media"/>
            <a:extLst>
              <a:ext uri="{FF2B5EF4-FFF2-40B4-BE49-F238E27FC236}">
                <a16:creationId xmlns:a16="http://schemas.microsoft.com/office/drawing/2014/main" id="{1FA1D2BC-9170-6308-E5C2-E541202E95F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18457" y="2405743"/>
            <a:ext cx="10747828" cy="5921828"/>
          </a:xfrm>
          <a:prstGeom prst="rect">
            <a:avLst/>
          </a:prstGeom>
        </p:spPr>
      </p:pic>
    </p:spTree>
    <p:extLst>
      <p:ext uri="{BB962C8B-B14F-4D97-AF65-F5344CB8AC3E}">
        <p14:creationId xmlns:p14="http://schemas.microsoft.com/office/powerpoint/2010/main" val="2910346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E8F7-A6D1-F009-6A68-C4A12500928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6EA601-A8AF-0EE5-8769-AF4DF4149CFD}"/>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itle 5">
            <a:extLst>
              <a:ext uri="{FF2B5EF4-FFF2-40B4-BE49-F238E27FC236}">
                <a16:creationId xmlns:a16="http://schemas.microsoft.com/office/drawing/2014/main" id="{A12B40B7-249F-702C-7870-ED2B12EFBA22}"/>
              </a:ext>
            </a:extLst>
          </p:cNvPr>
          <p:cNvSpPr>
            <a:spLocks noGrp="1"/>
          </p:cNvSpPr>
          <p:nvPr>
            <p:ph type="title"/>
          </p:nvPr>
        </p:nvSpPr>
        <p:spPr>
          <a:xfrm>
            <a:off x="6487010" y="1912930"/>
            <a:ext cx="5329526" cy="581717"/>
          </a:xfrm>
        </p:spPr>
        <p:txBody>
          <a:bodyPr>
            <a:normAutofit fontScale="90000"/>
          </a:bodyPr>
          <a:lstStyle/>
          <a:p>
            <a:r>
              <a:rPr lang="en-US" spc="-150">
                <a:cs typeface="Aptos" pitchFamily="2" charset="77"/>
              </a:rPr>
              <a:t>Core Features</a:t>
            </a:r>
          </a:p>
        </p:txBody>
      </p:sp>
      <p:grpSp>
        <p:nvGrpSpPr>
          <p:cNvPr id="2" name="Group 1">
            <a:extLst>
              <a:ext uri="{FF2B5EF4-FFF2-40B4-BE49-F238E27FC236}">
                <a16:creationId xmlns:a16="http://schemas.microsoft.com/office/drawing/2014/main" id="{7B53DDA9-459F-6459-B4EC-2466101231C0}"/>
              </a:ext>
            </a:extLst>
          </p:cNvPr>
          <p:cNvGrpSpPr/>
          <p:nvPr/>
        </p:nvGrpSpPr>
        <p:grpSpPr>
          <a:xfrm>
            <a:off x="6487010" y="1176890"/>
            <a:ext cx="2084561" cy="415936"/>
            <a:chOff x="19461029" y="4145700"/>
            <a:chExt cx="6253683" cy="1247808"/>
          </a:xfrm>
        </p:grpSpPr>
        <p:sp>
          <p:nvSpPr>
            <p:cNvPr id="10" name="Rounded Rectangle 9">
              <a:extLst>
                <a:ext uri="{FF2B5EF4-FFF2-40B4-BE49-F238E27FC236}">
                  <a16:creationId xmlns:a16="http://schemas.microsoft.com/office/drawing/2014/main" id="{2DC3803D-891B-C923-E74D-D0D1AA3BA7D2}"/>
                </a:ext>
              </a:extLst>
            </p:cNvPr>
            <p:cNvSpPr/>
            <p:nvPr/>
          </p:nvSpPr>
          <p:spPr>
            <a:xfrm>
              <a:off x="19461029" y="4145700"/>
              <a:ext cx="6253683"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400">
                  <a:solidFill>
                    <a:srgbClr val="FFFFFF"/>
                  </a:solidFill>
                  <a:latin typeface="Aptos" pitchFamily="2" charset="77"/>
                </a:rPr>
                <a:t>What’s in</a:t>
              </a:r>
              <a:r>
                <a:rPr kumimoji="0" lang="en-US" sz="1400" b="0" i="0" u="none" strike="noStrike" kern="1200" cap="none" spc="0" normalizeH="0" baseline="0" noProof="0">
                  <a:ln>
                    <a:noFill/>
                  </a:ln>
                  <a:solidFill>
                    <a:srgbClr val="FFFFFF"/>
                  </a:solidFill>
                  <a:effectLst/>
                  <a:uLnTx/>
                  <a:uFillTx/>
                  <a:latin typeface="Aptos" pitchFamily="2" charset="77"/>
                  <a:ea typeface="+mn-ea"/>
                  <a:cs typeface="+mn-cs"/>
                </a:rPr>
                <a:t> the box</a:t>
              </a:r>
            </a:p>
          </p:txBody>
        </p:sp>
        <p:grpSp>
          <p:nvGrpSpPr>
            <p:cNvPr id="16" name="Google Shape;407;p27">
              <a:extLst>
                <a:ext uri="{FF2B5EF4-FFF2-40B4-BE49-F238E27FC236}">
                  <a16:creationId xmlns:a16="http://schemas.microsoft.com/office/drawing/2014/main" id="{33D0C404-6D7E-D322-AE7A-646EE6577AA9}"/>
                </a:ext>
              </a:extLst>
            </p:cNvPr>
            <p:cNvGrpSpPr/>
            <p:nvPr/>
          </p:nvGrpSpPr>
          <p:grpSpPr>
            <a:xfrm>
              <a:off x="19937505" y="4506765"/>
              <a:ext cx="525726" cy="525677"/>
              <a:chOff x="3192175" y="1099503"/>
              <a:chExt cx="52725" cy="52725"/>
            </a:xfrm>
            <a:solidFill>
              <a:schemeClr val="tx1"/>
            </a:solidFill>
          </p:grpSpPr>
          <p:sp>
            <p:nvSpPr>
              <p:cNvPr id="17" name="Google Shape;408;p27">
                <a:extLst>
                  <a:ext uri="{FF2B5EF4-FFF2-40B4-BE49-F238E27FC236}">
                    <a16:creationId xmlns:a16="http://schemas.microsoft.com/office/drawing/2014/main" id="{C2157B60-5FD7-830E-A1F7-63B2B9781614}"/>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8" name="Google Shape;409;p27">
                <a:extLst>
                  <a:ext uri="{FF2B5EF4-FFF2-40B4-BE49-F238E27FC236}">
                    <a16:creationId xmlns:a16="http://schemas.microsoft.com/office/drawing/2014/main" id="{9AEFCA0D-1AE2-7214-677C-2F0D395BBEE6}"/>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9" name="Google Shape;410;p27">
                <a:extLst>
                  <a:ext uri="{FF2B5EF4-FFF2-40B4-BE49-F238E27FC236}">
                    <a16:creationId xmlns:a16="http://schemas.microsoft.com/office/drawing/2014/main" id="{EBA9B2A2-E74E-C55B-B316-7A02DCBB5680}"/>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grpSp>
      </p:grpSp>
      <p:pic>
        <p:nvPicPr>
          <p:cNvPr id="25" name="Picture 24" descr="A screenshot of a phone&#10;&#10;AI-generated content may be incorrect.">
            <a:extLst>
              <a:ext uri="{FF2B5EF4-FFF2-40B4-BE49-F238E27FC236}">
                <a16:creationId xmlns:a16="http://schemas.microsoft.com/office/drawing/2014/main" id="{5AA71F5B-F152-9991-A217-A715D38CE123}"/>
              </a:ext>
            </a:extLst>
          </p:cNvPr>
          <p:cNvPicPr>
            <a:picLocks noChangeAspect="1"/>
          </p:cNvPicPr>
          <p:nvPr/>
        </p:nvPicPr>
        <p:blipFill>
          <a:blip r:embed="rId3"/>
          <a:stretch>
            <a:fillRect/>
          </a:stretch>
        </p:blipFill>
        <p:spPr>
          <a:xfrm>
            <a:off x="2431778" y="3385105"/>
            <a:ext cx="1827177" cy="1554464"/>
          </a:xfrm>
          <a:prstGeom prst="rect">
            <a:avLst/>
          </a:prstGeom>
        </p:spPr>
      </p:pic>
      <p:sp>
        <p:nvSpPr>
          <p:cNvPr id="30" name="Picture Placeholder 29">
            <a:extLst>
              <a:ext uri="{FF2B5EF4-FFF2-40B4-BE49-F238E27FC236}">
                <a16:creationId xmlns:a16="http://schemas.microsoft.com/office/drawing/2014/main" id="{3DF63CCB-DBA7-63B3-E069-A2D1D94260A5}"/>
              </a:ext>
            </a:extLst>
          </p:cNvPr>
          <p:cNvSpPr>
            <a:spLocks noGrp="1"/>
          </p:cNvSpPr>
          <p:nvPr>
            <p:ph type="pic" sz="quarter" idx="33"/>
          </p:nvPr>
        </p:nvSpPr>
        <p:spPr/>
        <p:txBody>
          <a:bodyPr/>
          <a:lstStyle/>
          <a:p>
            <a:endParaRPr lang="en-US"/>
          </a:p>
        </p:txBody>
      </p:sp>
      <p:pic>
        <p:nvPicPr>
          <p:cNvPr id="8" name="Picture 7">
            <a:extLst>
              <a:ext uri="{FF2B5EF4-FFF2-40B4-BE49-F238E27FC236}">
                <a16:creationId xmlns:a16="http://schemas.microsoft.com/office/drawing/2014/main" id="{BC17D62E-F35F-45AD-3F57-CAF8256C0E77}"/>
              </a:ext>
            </a:extLst>
          </p:cNvPr>
          <p:cNvPicPr>
            <a:picLocks noChangeAspect="1"/>
          </p:cNvPicPr>
          <p:nvPr/>
        </p:nvPicPr>
        <p:blipFill>
          <a:blip r:embed="rId4"/>
          <a:stretch>
            <a:fillRect/>
          </a:stretch>
        </p:blipFill>
        <p:spPr>
          <a:xfrm>
            <a:off x="154172" y="2087519"/>
            <a:ext cx="5787656" cy="3110678"/>
          </a:xfrm>
          <a:prstGeom prst="roundRect">
            <a:avLst>
              <a:gd name="adj" fmla="val 5031"/>
            </a:avLst>
          </a:prstGeom>
        </p:spPr>
      </p:pic>
      <p:sp>
        <p:nvSpPr>
          <p:cNvPr id="9" name="Google Shape;727;p90">
            <a:extLst>
              <a:ext uri="{FF2B5EF4-FFF2-40B4-BE49-F238E27FC236}">
                <a16:creationId xmlns:a16="http://schemas.microsoft.com/office/drawing/2014/main" id="{131BE565-7189-51B4-E444-5BC84153A078}"/>
              </a:ext>
            </a:extLst>
          </p:cNvPr>
          <p:cNvSpPr txBox="1">
            <a:spLocks/>
          </p:cNvSpPr>
          <p:nvPr/>
        </p:nvSpPr>
        <p:spPr>
          <a:xfrm>
            <a:off x="6305260" y="4106501"/>
            <a:ext cx="3238856" cy="457081"/>
          </a:xfrm>
          <a:prstGeom prst="rect">
            <a:avLst/>
          </a:prstGeom>
        </p:spPr>
        <p:txBody>
          <a:bodyPr spcFirstLastPara="1" wrap="square" lIns="91401" tIns="45688" rIns="91401" bIns="45688"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664" indent="-285664">
              <a:buFont typeface="Arial" panose="020B0604020202020204" pitchFamily="34" charset="0"/>
              <a:buChar char="•"/>
            </a:pPr>
            <a:r>
              <a:rPr lang="en-US" sz="1600"/>
              <a:t>Multi-file </a:t>
            </a:r>
            <a:br>
              <a:rPr lang="en-US" sz="1600"/>
            </a:br>
            <a:r>
              <a:rPr lang="en-US" sz="1600"/>
              <a:t>context awareness</a:t>
            </a:r>
          </a:p>
        </p:txBody>
      </p:sp>
      <p:sp>
        <p:nvSpPr>
          <p:cNvPr id="22" name="Google Shape;730;p90">
            <a:extLst>
              <a:ext uri="{FF2B5EF4-FFF2-40B4-BE49-F238E27FC236}">
                <a16:creationId xmlns:a16="http://schemas.microsoft.com/office/drawing/2014/main" id="{5BCB47A5-78C3-C811-A4BD-5A3AE136414E}"/>
              </a:ext>
            </a:extLst>
          </p:cNvPr>
          <p:cNvSpPr txBox="1">
            <a:spLocks/>
          </p:cNvSpPr>
          <p:nvPr/>
        </p:nvSpPr>
        <p:spPr>
          <a:xfrm>
            <a:off x="6258110" y="3503278"/>
            <a:ext cx="3762310" cy="457081"/>
          </a:xfrm>
          <a:prstGeom prst="rect">
            <a:avLst/>
          </a:prstGeom>
        </p:spPr>
        <p:txBody>
          <a:bodyPr spcFirstLastPara="1" wrap="square" lIns="91401" tIns="45688" rIns="91401" bIns="45688"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664" indent="-285664">
              <a:buFont typeface="Arial" panose="020B0604020202020204" pitchFamily="34" charset="0"/>
              <a:buChar char="•"/>
            </a:pPr>
            <a:r>
              <a:rPr lang="en-US" sz="1600"/>
              <a:t>Code Generation </a:t>
            </a:r>
            <a:br>
              <a:rPr lang="en-US" sz="1600"/>
            </a:br>
            <a:r>
              <a:rPr lang="en-US" sz="1600"/>
              <a:t>&amp; Modification</a:t>
            </a:r>
          </a:p>
        </p:txBody>
      </p:sp>
      <p:sp>
        <p:nvSpPr>
          <p:cNvPr id="24" name="Google Shape;738;p91">
            <a:extLst>
              <a:ext uri="{FF2B5EF4-FFF2-40B4-BE49-F238E27FC236}">
                <a16:creationId xmlns:a16="http://schemas.microsoft.com/office/drawing/2014/main" id="{CCD08D58-D8F6-6EED-FFDC-A478F424F7EA}"/>
              </a:ext>
            </a:extLst>
          </p:cNvPr>
          <p:cNvSpPr txBox="1">
            <a:spLocks/>
          </p:cNvSpPr>
          <p:nvPr/>
        </p:nvSpPr>
        <p:spPr>
          <a:xfrm>
            <a:off x="6305260" y="2971919"/>
            <a:ext cx="3238856"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Interactive</a:t>
            </a:r>
            <a:br>
              <a:rPr lang="en-US" sz="1600" kern="0"/>
            </a:br>
            <a:r>
              <a:rPr lang="en-US" sz="1600" kern="0"/>
              <a:t>Assistance</a:t>
            </a:r>
          </a:p>
        </p:txBody>
      </p:sp>
      <p:sp>
        <p:nvSpPr>
          <p:cNvPr id="27" name="Google Shape;740;p91">
            <a:extLst>
              <a:ext uri="{FF2B5EF4-FFF2-40B4-BE49-F238E27FC236}">
                <a16:creationId xmlns:a16="http://schemas.microsoft.com/office/drawing/2014/main" id="{91F67899-5648-68BA-3CB8-1C80781CBB71}"/>
              </a:ext>
            </a:extLst>
          </p:cNvPr>
          <p:cNvSpPr txBox="1">
            <a:spLocks/>
          </p:cNvSpPr>
          <p:nvPr/>
        </p:nvSpPr>
        <p:spPr>
          <a:xfrm>
            <a:off x="9198170" y="3489023"/>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Tool Execution </a:t>
            </a:r>
            <a:br>
              <a:rPr lang="en-US" sz="1600" kern="0"/>
            </a:br>
            <a:r>
              <a:rPr lang="en-US" sz="1600" kern="0"/>
              <a:t>&amp; Shell Commands</a:t>
            </a:r>
          </a:p>
        </p:txBody>
      </p:sp>
      <p:sp>
        <p:nvSpPr>
          <p:cNvPr id="29" name="Google Shape;743;p91">
            <a:extLst>
              <a:ext uri="{FF2B5EF4-FFF2-40B4-BE49-F238E27FC236}">
                <a16:creationId xmlns:a16="http://schemas.microsoft.com/office/drawing/2014/main" id="{326274F0-D8D0-1843-5DF1-BD371BD22BB2}"/>
              </a:ext>
            </a:extLst>
          </p:cNvPr>
          <p:cNvSpPr txBox="1">
            <a:spLocks/>
          </p:cNvSpPr>
          <p:nvPr/>
        </p:nvSpPr>
        <p:spPr>
          <a:xfrm>
            <a:off x="9249055" y="4692623"/>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Skills, Tools, Hooks, MCP</a:t>
            </a:r>
          </a:p>
        </p:txBody>
      </p:sp>
      <p:sp>
        <p:nvSpPr>
          <p:cNvPr id="32" name="Google Shape;743;p91">
            <a:extLst>
              <a:ext uri="{FF2B5EF4-FFF2-40B4-BE49-F238E27FC236}">
                <a16:creationId xmlns:a16="http://schemas.microsoft.com/office/drawing/2014/main" id="{E4C995B0-6B37-9E22-203D-D81398D79131}"/>
              </a:ext>
            </a:extLst>
          </p:cNvPr>
          <p:cNvSpPr txBox="1">
            <a:spLocks/>
          </p:cNvSpPr>
          <p:nvPr/>
        </p:nvSpPr>
        <p:spPr>
          <a:xfrm>
            <a:off x="9249055" y="4083785"/>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BYOK/ Custom Providers</a:t>
            </a:r>
          </a:p>
        </p:txBody>
      </p:sp>
      <p:sp>
        <p:nvSpPr>
          <p:cNvPr id="34" name="Google Shape;727;p90">
            <a:extLst>
              <a:ext uri="{FF2B5EF4-FFF2-40B4-BE49-F238E27FC236}">
                <a16:creationId xmlns:a16="http://schemas.microsoft.com/office/drawing/2014/main" id="{89D07A2B-877A-8234-6CCD-CF6C23C7BFF5}"/>
              </a:ext>
            </a:extLst>
          </p:cNvPr>
          <p:cNvSpPr txBox="1">
            <a:spLocks/>
          </p:cNvSpPr>
          <p:nvPr/>
        </p:nvSpPr>
        <p:spPr>
          <a:xfrm>
            <a:off x="6305260" y="4897537"/>
            <a:ext cx="3238856" cy="457081"/>
          </a:xfrm>
          <a:prstGeom prst="rect">
            <a:avLst/>
          </a:prstGeom>
        </p:spPr>
        <p:txBody>
          <a:bodyPr spcFirstLastPara="1" wrap="square" lIns="91401" tIns="45688" rIns="91401" bIns="45688"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664" indent="-285664">
              <a:buFont typeface="Arial" panose="020B0604020202020204" pitchFamily="34" charset="0"/>
              <a:buChar char="•"/>
            </a:pPr>
            <a:r>
              <a:rPr lang="en-US" sz="1600"/>
              <a:t>Modes for </a:t>
            </a:r>
            <a:br>
              <a:rPr lang="en-US" sz="1600"/>
            </a:br>
            <a:r>
              <a:rPr lang="en-US" sz="1600"/>
              <a:t>multiple situations</a:t>
            </a:r>
            <a:br>
              <a:rPr lang="en-US" sz="1600"/>
            </a:br>
            <a:r>
              <a:rPr lang="en-US" sz="1600"/>
              <a:t>Plan/Autopilot/et</a:t>
            </a:r>
          </a:p>
        </p:txBody>
      </p:sp>
      <p:sp>
        <p:nvSpPr>
          <p:cNvPr id="36" name="Google Shape;743;p91">
            <a:extLst>
              <a:ext uri="{FF2B5EF4-FFF2-40B4-BE49-F238E27FC236}">
                <a16:creationId xmlns:a16="http://schemas.microsoft.com/office/drawing/2014/main" id="{D006C55B-FC90-3644-5A7F-08991344E3A8}"/>
              </a:ext>
            </a:extLst>
          </p:cNvPr>
          <p:cNvSpPr txBox="1">
            <a:spLocks/>
          </p:cNvSpPr>
          <p:nvPr/>
        </p:nvSpPr>
        <p:spPr>
          <a:xfrm>
            <a:off x="9249055" y="2965752"/>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Headless</a:t>
            </a:r>
            <a:br>
              <a:rPr lang="en-US" sz="1600" kern="0"/>
            </a:br>
            <a:r>
              <a:rPr lang="en-US" sz="1600" kern="0"/>
              <a:t>Automation</a:t>
            </a:r>
          </a:p>
        </p:txBody>
      </p:sp>
      <p:sp>
        <p:nvSpPr>
          <p:cNvPr id="38" name="Google Shape;743;p91">
            <a:extLst>
              <a:ext uri="{FF2B5EF4-FFF2-40B4-BE49-F238E27FC236}">
                <a16:creationId xmlns:a16="http://schemas.microsoft.com/office/drawing/2014/main" id="{349F0E1E-CD59-13F2-CB66-57811D9193AB}"/>
              </a:ext>
            </a:extLst>
          </p:cNvPr>
          <p:cNvSpPr txBox="1">
            <a:spLocks/>
          </p:cNvSpPr>
          <p:nvPr/>
        </p:nvSpPr>
        <p:spPr>
          <a:xfrm>
            <a:off x="6297324" y="5268035"/>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Remote Sessions</a:t>
            </a:r>
          </a:p>
        </p:txBody>
      </p:sp>
      <p:sp>
        <p:nvSpPr>
          <p:cNvPr id="40" name="Google Shape;743;p91">
            <a:extLst>
              <a:ext uri="{FF2B5EF4-FFF2-40B4-BE49-F238E27FC236}">
                <a16:creationId xmlns:a16="http://schemas.microsoft.com/office/drawing/2014/main" id="{A3CAD63D-713D-D09C-DD2C-2F530F578050}"/>
              </a:ext>
            </a:extLst>
          </p:cNvPr>
          <p:cNvSpPr txBox="1">
            <a:spLocks/>
          </p:cNvSpPr>
          <p:nvPr/>
        </p:nvSpPr>
        <p:spPr>
          <a:xfrm>
            <a:off x="6297324" y="5649349"/>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err="1"/>
              <a:t>OpenTelemetry</a:t>
            </a:r>
            <a:endParaRPr lang="en-US" sz="1600" kern="0"/>
          </a:p>
        </p:txBody>
      </p:sp>
      <p:sp>
        <p:nvSpPr>
          <p:cNvPr id="42" name="Google Shape;743;p91">
            <a:extLst>
              <a:ext uri="{FF2B5EF4-FFF2-40B4-BE49-F238E27FC236}">
                <a16:creationId xmlns:a16="http://schemas.microsoft.com/office/drawing/2014/main" id="{FA60CDDA-6ADD-22B8-90E7-AA76F957C71B}"/>
              </a:ext>
            </a:extLst>
          </p:cNvPr>
          <p:cNvSpPr txBox="1">
            <a:spLocks/>
          </p:cNvSpPr>
          <p:nvPr/>
        </p:nvSpPr>
        <p:spPr>
          <a:xfrm>
            <a:off x="9300467" y="5080985"/>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Streaming</a:t>
            </a:r>
          </a:p>
        </p:txBody>
      </p:sp>
      <p:sp>
        <p:nvSpPr>
          <p:cNvPr id="44" name="Google Shape;743;p91">
            <a:extLst>
              <a:ext uri="{FF2B5EF4-FFF2-40B4-BE49-F238E27FC236}">
                <a16:creationId xmlns:a16="http://schemas.microsoft.com/office/drawing/2014/main" id="{9B6A8A2C-0BF5-C25E-7427-3466544D9BD2}"/>
              </a:ext>
            </a:extLst>
          </p:cNvPr>
          <p:cNvSpPr txBox="1">
            <a:spLocks/>
          </p:cNvSpPr>
          <p:nvPr/>
        </p:nvSpPr>
        <p:spPr>
          <a:xfrm>
            <a:off x="9300467" y="5458812"/>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Permissions</a:t>
            </a:r>
          </a:p>
        </p:txBody>
      </p:sp>
    </p:spTree>
    <p:extLst>
      <p:ext uri="{BB962C8B-B14F-4D97-AF65-F5344CB8AC3E}">
        <p14:creationId xmlns:p14="http://schemas.microsoft.com/office/powerpoint/2010/main" val="3621248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 Placeholder 1">
            <a:extLst>
              <a:ext uri="{FF2B5EF4-FFF2-40B4-BE49-F238E27FC236}">
                <a16:creationId xmlns:a16="http://schemas.microsoft.com/office/drawing/2014/main" id="{CA7D8FC2-F287-15AA-F2B0-2DD968831C02}"/>
              </a:ext>
            </a:extLst>
          </p:cNvPr>
          <p:cNvSpPr>
            <a:spLocks noGrp="1"/>
          </p:cNvSpPr>
          <p:nvPr>
            <p:ph type="body" sz="quarter" idx="26"/>
          </p:nvPr>
        </p:nvSpPr>
        <p:spPr>
          <a:xfrm>
            <a:off x="781540" y="1037310"/>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/agent</a:t>
            </a:r>
          </a:p>
        </p:txBody>
      </p:sp>
      <p:sp>
        <p:nvSpPr>
          <p:cNvPr id="71" name="Text Placeholder 2">
            <a:extLst>
              <a:ext uri="{FF2B5EF4-FFF2-40B4-BE49-F238E27FC236}">
                <a16:creationId xmlns:a16="http://schemas.microsoft.com/office/drawing/2014/main" id="{12AB47DA-991F-E99F-699B-943738C30199}"/>
              </a:ext>
            </a:extLst>
          </p:cNvPr>
          <p:cNvSpPr>
            <a:spLocks noGrp="1"/>
          </p:cNvSpPr>
          <p:nvPr>
            <p:ph type="body" sz="quarter" idx="27"/>
          </p:nvPr>
        </p:nvSpPr>
        <p:spPr>
          <a:xfrm>
            <a:off x="781541" y="1512259"/>
            <a:ext cx="3239550" cy="429998"/>
          </a:xfrm>
        </p:spPr>
        <p:txBody>
          <a:bodyPr/>
          <a:lstStyle/>
          <a:p>
            <a:r>
              <a:rPr lang="en-US"/>
              <a:t>Switch to a custom agent</a:t>
            </a:r>
          </a:p>
        </p:txBody>
      </p:sp>
      <p:sp>
        <p:nvSpPr>
          <p:cNvPr id="72" name="Text Placeholder 4">
            <a:extLst>
              <a:ext uri="{FF2B5EF4-FFF2-40B4-BE49-F238E27FC236}">
                <a16:creationId xmlns:a16="http://schemas.microsoft.com/office/drawing/2014/main" id="{6EC3A0E5-640F-1E40-B467-9764C74274CD}"/>
              </a:ext>
            </a:extLst>
          </p:cNvPr>
          <p:cNvSpPr>
            <a:spLocks noGrp="1"/>
          </p:cNvSpPr>
          <p:nvPr>
            <p:ph type="body" sz="quarter" idx="29"/>
          </p:nvPr>
        </p:nvSpPr>
        <p:spPr>
          <a:xfrm>
            <a:off x="4476224" y="1037310"/>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/model</a:t>
            </a:r>
          </a:p>
        </p:txBody>
      </p:sp>
      <p:sp>
        <p:nvSpPr>
          <p:cNvPr id="73" name="Text Placeholder 5">
            <a:extLst>
              <a:ext uri="{FF2B5EF4-FFF2-40B4-BE49-F238E27FC236}">
                <a16:creationId xmlns:a16="http://schemas.microsoft.com/office/drawing/2014/main" id="{E835F326-6803-5A87-C3BE-F98773B83CC6}"/>
              </a:ext>
            </a:extLst>
          </p:cNvPr>
          <p:cNvSpPr>
            <a:spLocks noGrp="1"/>
          </p:cNvSpPr>
          <p:nvPr>
            <p:ph type="body" sz="quarter" idx="30"/>
          </p:nvPr>
        </p:nvSpPr>
        <p:spPr>
          <a:xfrm>
            <a:off x="4476225" y="1512259"/>
            <a:ext cx="3239550" cy="586767"/>
          </a:xfrm>
        </p:spPr>
        <p:txBody>
          <a:bodyPr/>
          <a:lstStyle/>
          <a:p>
            <a:r>
              <a:rPr lang="en-US"/>
              <a:t>View all available models and choose which to use</a:t>
            </a:r>
          </a:p>
        </p:txBody>
      </p:sp>
      <p:sp>
        <p:nvSpPr>
          <p:cNvPr id="74" name="Text Placeholder 7">
            <a:extLst>
              <a:ext uri="{FF2B5EF4-FFF2-40B4-BE49-F238E27FC236}">
                <a16:creationId xmlns:a16="http://schemas.microsoft.com/office/drawing/2014/main" id="{F51AD104-DC20-76A9-8A2B-2A4FA836F7F5}"/>
              </a:ext>
            </a:extLst>
          </p:cNvPr>
          <p:cNvSpPr>
            <a:spLocks noGrp="1"/>
          </p:cNvSpPr>
          <p:nvPr>
            <p:ph type="body" sz="quarter" idx="32"/>
          </p:nvPr>
        </p:nvSpPr>
        <p:spPr>
          <a:xfrm>
            <a:off x="781540" y="1944180"/>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/plan</a:t>
            </a:r>
          </a:p>
        </p:txBody>
      </p:sp>
      <p:sp>
        <p:nvSpPr>
          <p:cNvPr id="75" name="Text Placeholder 8">
            <a:extLst>
              <a:ext uri="{FF2B5EF4-FFF2-40B4-BE49-F238E27FC236}">
                <a16:creationId xmlns:a16="http://schemas.microsoft.com/office/drawing/2014/main" id="{A17E3517-A72C-4280-7193-B2EAF2A71941}"/>
              </a:ext>
            </a:extLst>
          </p:cNvPr>
          <p:cNvSpPr>
            <a:spLocks noGrp="1"/>
          </p:cNvSpPr>
          <p:nvPr>
            <p:ph type="body" sz="quarter" idx="33"/>
          </p:nvPr>
        </p:nvSpPr>
        <p:spPr>
          <a:xfrm>
            <a:off x="781541" y="2419129"/>
            <a:ext cx="3239550" cy="616563"/>
          </a:xfrm>
        </p:spPr>
        <p:txBody>
          <a:bodyPr/>
          <a:lstStyle/>
          <a:p>
            <a:r>
              <a:rPr lang="en-US"/>
              <a:t>Plan out an implementation before writing any code</a:t>
            </a:r>
          </a:p>
        </p:txBody>
      </p:sp>
      <p:sp>
        <p:nvSpPr>
          <p:cNvPr id="14" name="Title 13">
            <a:extLst>
              <a:ext uri="{FF2B5EF4-FFF2-40B4-BE49-F238E27FC236}">
                <a16:creationId xmlns:a16="http://schemas.microsoft.com/office/drawing/2014/main" id="{6252EE3F-90A7-845A-7B55-AD8B27883B0F}"/>
              </a:ext>
            </a:extLst>
          </p:cNvPr>
          <p:cNvSpPr>
            <a:spLocks noGrp="1"/>
          </p:cNvSpPr>
          <p:nvPr>
            <p:ph type="ctrTitle"/>
          </p:nvPr>
        </p:nvSpPr>
        <p:spPr>
          <a:xfrm>
            <a:off x="487706" y="336199"/>
            <a:ext cx="6162476" cy="836582"/>
          </a:xfrm>
        </p:spPr>
        <p:txBody>
          <a:bodyPr/>
          <a:lstStyle/>
          <a:p>
            <a:r>
              <a:rPr lang="en-US"/>
              <a:t>Slash commands</a:t>
            </a:r>
          </a:p>
        </p:txBody>
      </p:sp>
      <p:sp>
        <p:nvSpPr>
          <p:cNvPr id="52" name="Text Placeholder 1">
            <a:extLst>
              <a:ext uri="{FF2B5EF4-FFF2-40B4-BE49-F238E27FC236}">
                <a16:creationId xmlns:a16="http://schemas.microsoft.com/office/drawing/2014/main" id="{79D3C412-5D8A-1142-53E5-2293B24800D9}"/>
              </a:ext>
            </a:extLst>
          </p:cNvPr>
          <p:cNvSpPr txBox="1">
            <a:spLocks/>
          </p:cNvSpPr>
          <p:nvPr/>
        </p:nvSpPr>
        <p:spPr>
          <a:xfrm>
            <a:off x="4476224" y="2099026"/>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a:t>
            </a:r>
            <a:r>
              <a:rPr lang="en-US" err="1">
                <a:latin typeface="Consolas" panose="02000009000000000000" pitchFamily="49" charset="0"/>
                <a:ea typeface="Consolas" panose="02000009000000000000" pitchFamily="49" charset="0"/>
                <a:cs typeface="Consolas" panose="02000009000000000000" pitchFamily="49" charset="0"/>
              </a:rPr>
              <a:t>mcp</a:t>
            </a:r>
            <a:endParaRPr lang="en-US">
              <a:latin typeface="Consolas" panose="02000009000000000000" pitchFamily="49" charset="0"/>
              <a:ea typeface="Consolas" panose="02000009000000000000" pitchFamily="49" charset="0"/>
              <a:cs typeface="Consolas" panose="02000009000000000000" pitchFamily="49" charset="0"/>
            </a:endParaRPr>
          </a:p>
        </p:txBody>
      </p:sp>
      <p:sp>
        <p:nvSpPr>
          <p:cNvPr id="53" name="Text Placeholder 2">
            <a:extLst>
              <a:ext uri="{FF2B5EF4-FFF2-40B4-BE49-F238E27FC236}">
                <a16:creationId xmlns:a16="http://schemas.microsoft.com/office/drawing/2014/main" id="{85729402-4EBE-4CB5-B32B-3BFADD2843FA}"/>
              </a:ext>
            </a:extLst>
          </p:cNvPr>
          <p:cNvSpPr txBox="1">
            <a:spLocks/>
          </p:cNvSpPr>
          <p:nvPr/>
        </p:nvSpPr>
        <p:spPr>
          <a:xfrm>
            <a:off x="4476225" y="2573975"/>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Manage your MCP servers</a:t>
            </a:r>
          </a:p>
        </p:txBody>
      </p:sp>
      <p:sp>
        <p:nvSpPr>
          <p:cNvPr id="54" name="Text Placeholder 7">
            <a:extLst>
              <a:ext uri="{FF2B5EF4-FFF2-40B4-BE49-F238E27FC236}">
                <a16:creationId xmlns:a16="http://schemas.microsoft.com/office/drawing/2014/main" id="{F7A0C01A-3602-0D39-09EA-46E29CFF28C5}"/>
              </a:ext>
            </a:extLst>
          </p:cNvPr>
          <p:cNvSpPr txBox="1">
            <a:spLocks/>
          </p:cNvSpPr>
          <p:nvPr/>
        </p:nvSpPr>
        <p:spPr>
          <a:xfrm>
            <a:off x="8170907" y="1077325"/>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a:t>
            </a:r>
            <a:r>
              <a:rPr lang="en-US" err="1">
                <a:latin typeface="Consolas" panose="02000009000000000000" pitchFamily="49" charset="0"/>
                <a:ea typeface="Consolas" panose="02000009000000000000" pitchFamily="49" charset="0"/>
                <a:cs typeface="Consolas" panose="02000009000000000000" pitchFamily="49" charset="0"/>
              </a:rPr>
              <a:t>cwd</a:t>
            </a:r>
            <a:r>
              <a:rPr lang="en-US">
                <a:latin typeface="Consolas" panose="02000009000000000000" pitchFamily="49" charset="0"/>
                <a:ea typeface="Consolas" panose="02000009000000000000" pitchFamily="49" charset="0"/>
                <a:cs typeface="Consolas" panose="02000009000000000000" pitchFamily="49" charset="0"/>
              </a:rPr>
              <a:t> or /cd</a:t>
            </a:r>
          </a:p>
        </p:txBody>
      </p:sp>
      <p:sp>
        <p:nvSpPr>
          <p:cNvPr id="55" name="Text Placeholder 8">
            <a:extLst>
              <a:ext uri="{FF2B5EF4-FFF2-40B4-BE49-F238E27FC236}">
                <a16:creationId xmlns:a16="http://schemas.microsoft.com/office/drawing/2014/main" id="{7B67A19C-4443-A8E5-D3B4-EBA3F6061EF8}"/>
              </a:ext>
            </a:extLst>
          </p:cNvPr>
          <p:cNvSpPr txBox="1">
            <a:spLocks/>
          </p:cNvSpPr>
          <p:nvPr/>
        </p:nvSpPr>
        <p:spPr>
          <a:xfrm>
            <a:off x="8170908" y="1552274"/>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Change working directory mid-session</a:t>
            </a:r>
          </a:p>
        </p:txBody>
      </p:sp>
      <p:sp>
        <p:nvSpPr>
          <p:cNvPr id="56" name="Text Placeholder 10">
            <a:extLst>
              <a:ext uri="{FF2B5EF4-FFF2-40B4-BE49-F238E27FC236}">
                <a16:creationId xmlns:a16="http://schemas.microsoft.com/office/drawing/2014/main" id="{668166E2-3165-E9BE-C800-908797974695}"/>
              </a:ext>
            </a:extLst>
          </p:cNvPr>
          <p:cNvSpPr txBox="1">
            <a:spLocks/>
          </p:cNvSpPr>
          <p:nvPr/>
        </p:nvSpPr>
        <p:spPr>
          <a:xfrm>
            <a:off x="8170907" y="2121292"/>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/fork</a:t>
            </a:r>
          </a:p>
        </p:txBody>
      </p:sp>
      <p:sp>
        <p:nvSpPr>
          <p:cNvPr id="57" name="Text Placeholder 11">
            <a:extLst>
              <a:ext uri="{FF2B5EF4-FFF2-40B4-BE49-F238E27FC236}">
                <a16:creationId xmlns:a16="http://schemas.microsoft.com/office/drawing/2014/main" id="{7904D236-A598-92DA-FFBD-0606B7EA4AE6}"/>
              </a:ext>
            </a:extLst>
          </p:cNvPr>
          <p:cNvSpPr txBox="1">
            <a:spLocks/>
          </p:cNvSpPr>
          <p:nvPr/>
        </p:nvSpPr>
        <p:spPr>
          <a:xfrm>
            <a:off x="8170908" y="2596241"/>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Fork the current session into a new session</a:t>
            </a:r>
          </a:p>
        </p:txBody>
      </p:sp>
      <p:sp>
        <p:nvSpPr>
          <p:cNvPr id="58" name="Text Placeholder 4">
            <a:extLst>
              <a:ext uri="{FF2B5EF4-FFF2-40B4-BE49-F238E27FC236}">
                <a16:creationId xmlns:a16="http://schemas.microsoft.com/office/drawing/2014/main" id="{F1F7B78A-CDBC-A3A6-2E94-EE233A02FE4C}"/>
              </a:ext>
            </a:extLst>
          </p:cNvPr>
          <p:cNvSpPr txBox="1">
            <a:spLocks/>
          </p:cNvSpPr>
          <p:nvPr/>
        </p:nvSpPr>
        <p:spPr>
          <a:xfrm>
            <a:off x="4476224" y="3005837"/>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/yolo</a:t>
            </a:r>
          </a:p>
        </p:txBody>
      </p:sp>
      <p:sp>
        <p:nvSpPr>
          <p:cNvPr id="59" name="Text Placeholder 5">
            <a:extLst>
              <a:ext uri="{FF2B5EF4-FFF2-40B4-BE49-F238E27FC236}">
                <a16:creationId xmlns:a16="http://schemas.microsoft.com/office/drawing/2014/main" id="{80ED138D-2FCC-7AFF-B7F6-54A6AE403F1A}"/>
              </a:ext>
            </a:extLst>
          </p:cNvPr>
          <p:cNvSpPr txBox="1">
            <a:spLocks/>
          </p:cNvSpPr>
          <p:nvPr/>
        </p:nvSpPr>
        <p:spPr>
          <a:xfrm>
            <a:off x="4476225" y="3480786"/>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Enable all permissions</a:t>
            </a:r>
          </a:p>
        </p:txBody>
      </p:sp>
      <p:sp>
        <p:nvSpPr>
          <p:cNvPr id="60" name="Text Placeholder 10">
            <a:extLst>
              <a:ext uri="{FF2B5EF4-FFF2-40B4-BE49-F238E27FC236}">
                <a16:creationId xmlns:a16="http://schemas.microsoft.com/office/drawing/2014/main" id="{6687B382-2D81-8ECD-4FE6-3FA0EE7574D3}"/>
              </a:ext>
            </a:extLst>
          </p:cNvPr>
          <p:cNvSpPr txBox="1">
            <a:spLocks/>
          </p:cNvSpPr>
          <p:nvPr/>
        </p:nvSpPr>
        <p:spPr>
          <a:xfrm>
            <a:off x="8170907" y="3005837"/>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/context</a:t>
            </a:r>
          </a:p>
        </p:txBody>
      </p:sp>
      <p:sp>
        <p:nvSpPr>
          <p:cNvPr id="61" name="Text Placeholder 11">
            <a:extLst>
              <a:ext uri="{FF2B5EF4-FFF2-40B4-BE49-F238E27FC236}">
                <a16:creationId xmlns:a16="http://schemas.microsoft.com/office/drawing/2014/main" id="{61984726-8A30-584D-037A-26E4E9D1C58C}"/>
              </a:ext>
            </a:extLst>
          </p:cNvPr>
          <p:cNvSpPr txBox="1">
            <a:spLocks/>
          </p:cNvSpPr>
          <p:nvPr/>
        </p:nvSpPr>
        <p:spPr>
          <a:xfrm>
            <a:off x="8170908" y="3480786"/>
            <a:ext cx="3727256"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Info on token usage &amp; context window</a:t>
            </a:r>
          </a:p>
        </p:txBody>
      </p:sp>
      <p:sp>
        <p:nvSpPr>
          <p:cNvPr id="62" name="Text Placeholder 4">
            <a:extLst>
              <a:ext uri="{FF2B5EF4-FFF2-40B4-BE49-F238E27FC236}">
                <a16:creationId xmlns:a16="http://schemas.microsoft.com/office/drawing/2014/main" id="{F0A99626-B97C-2E5D-D074-066565EC7C87}"/>
              </a:ext>
            </a:extLst>
          </p:cNvPr>
          <p:cNvSpPr txBox="1">
            <a:spLocks/>
          </p:cNvSpPr>
          <p:nvPr/>
        </p:nvSpPr>
        <p:spPr>
          <a:xfrm>
            <a:off x="4476224" y="3877149"/>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/diff</a:t>
            </a:r>
          </a:p>
        </p:txBody>
      </p:sp>
      <p:sp>
        <p:nvSpPr>
          <p:cNvPr id="63" name="Text Placeholder 5">
            <a:extLst>
              <a:ext uri="{FF2B5EF4-FFF2-40B4-BE49-F238E27FC236}">
                <a16:creationId xmlns:a16="http://schemas.microsoft.com/office/drawing/2014/main" id="{20E5248F-6BF1-6A5B-FE3D-7B4F5D4769B3}"/>
              </a:ext>
            </a:extLst>
          </p:cNvPr>
          <p:cNvSpPr txBox="1">
            <a:spLocks/>
          </p:cNvSpPr>
          <p:nvPr/>
        </p:nvSpPr>
        <p:spPr>
          <a:xfrm>
            <a:off x="4476225" y="4352098"/>
            <a:ext cx="369468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Review changes made in directory</a:t>
            </a:r>
          </a:p>
        </p:txBody>
      </p:sp>
      <p:sp>
        <p:nvSpPr>
          <p:cNvPr id="64" name="Text Placeholder 10">
            <a:extLst>
              <a:ext uri="{FF2B5EF4-FFF2-40B4-BE49-F238E27FC236}">
                <a16:creationId xmlns:a16="http://schemas.microsoft.com/office/drawing/2014/main" id="{6437FACA-22B8-2502-A3E0-8E6A602CAA4A}"/>
              </a:ext>
            </a:extLst>
          </p:cNvPr>
          <p:cNvSpPr txBox="1">
            <a:spLocks/>
          </p:cNvSpPr>
          <p:nvPr/>
        </p:nvSpPr>
        <p:spPr>
          <a:xfrm>
            <a:off x="8170907" y="3877149"/>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/review</a:t>
            </a:r>
          </a:p>
        </p:txBody>
      </p:sp>
      <p:sp>
        <p:nvSpPr>
          <p:cNvPr id="65" name="Text Placeholder 11">
            <a:extLst>
              <a:ext uri="{FF2B5EF4-FFF2-40B4-BE49-F238E27FC236}">
                <a16:creationId xmlns:a16="http://schemas.microsoft.com/office/drawing/2014/main" id="{F3DF8AFC-30F3-BC27-8078-C75EDC678454}"/>
              </a:ext>
            </a:extLst>
          </p:cNvPr>
          <p:cNvSpPr txBox="1">
            <a:spLocks/>
          </p:cNvSpPr>
          <p:nvPr/>
        </p:nvSpPr>
        <p:spPr>
          <a:xfrm>
            <a:off x="8170907" y="4352098"/>
            <a:ext cx="3727257"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Run a code review to analyze changes</a:t>
            </a:r>
          </a:p>
        </p:txBody>
      </p:sp>
      <p:sp>
        <p:nvSpPr>
          <p:cNvPr id="66" name="Text Placeholder 4">
            <a:extLst>
              <a:ext uri="{FF2B5EF4-FFF2-40B4-BE49-F238E27FC236}">
                <a16:creationId xmlns:a16="http://schemas.microsoft.com/office/drawing/2014/main" id="{5BDF7A2F-D9D6-F71C-ACD3-9BD7930FC054}"/>
              </a:ext>
            </a:extLst>
          </p:cNvPr>
          <p:cNvSpPr txBox="1">
            <a:spLocks/>
          </p:cNvSpPr>
          <p:nvPr/>
        </p:nvSpPr>
        <p:spPr>
          <a:xfrm>
            <a:off x="4476224" y="4782096"/>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/skills</a:t>
            </a:r>
          </a:p>
        </p:txBody>
      </p:sp>
      <p:sp>
        <p:nvSpPr>
          <p:cNvPr id="67" name="Text Placeholder 5">
            <a:extLst>
              <a:ext uri="{FF2B5EF4-FFF2-40B4-BE49-F238E27FC236}">
                <a16:creationId xmlns:a16="http://schemas.microsoft.com/office/drawing/2014/main" id="{79457E86-F68F-6837-248E-97CAD73DF174}"/>
              </a:ext>
            </a:extLst>
          </p:cNvPr>
          <p:cNvSpPr txBox="1">
            <a:spLocks/>
          </p:cNvSpPr>
          <p:nvPr/>
        </p:nvSpPr>
        <p:spPr>
          <a:xfrm>
            <a:off x="4476225" y="5257045"/>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Manage &amp; call skills</a:t>
            </a:r>
          </a:p>
        </p:txBody>
      </p:sp>
      <p:sp>
        <p:nvSpPr>
          <p:cNvPr id="68" name="Text Placeholder 10">
            <a:extLst>
              <a:ext uri="{FF2B5EF4-FFF2-40B4-BE49-F238E27FC236}">
                <a16:creationId xmlns:a16="http://schemas.microsoft.com/office/drawing/2014/main" id="{362EC9A5-58E5-4855-BA8B-D137E0126195}"/>
              </a:ext>
            </a:extLst>
          </p:cNvPr>
          <p:cNvSpPr txBox="1">
            <a:spLocks/>
          </p:cNvSpPr>
          <p:nvPr/>
        </p:nvSpPr>
        <p:spPr>
          <a:xfrm>
            <a:off x="8170907" y="4782096"/>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/sandbox</a:t>
            </a:r>
          </a:p>
        </p:txBody>
      </p:sp>
      <p:sp>
        <p:nvSpPr>
          <p:cNvPr id="69" name="Text Placeholder 11">
            <a:extLst>
              <a:ext uri="{FF2B5EF4-FFF2-40B4-BE49-F238E27FC236}">
                <a16:creationId xmlns:a16="http://schemas.microsoft.com/office/drawing/2014/main" id="{F3E0EA7E-5E6F-3717-6117-2B7613E412EF}"/>
              </a:ext>
            </a:extLst>
          </p:cNvPr>
          <p:cNvSpPr txBox="1">
            <a:spLocks/>
          </p:cNvSpPr>
          <p:nvPr/>
        </p:nvSpPr>
        <p:spPr>
          <a:xfrm>
            <a:off x="8170908" y="5257045"/>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Configure sandbox settings</a:t>
            </a:r>
          </a:p>
        </p:txBody>
      </p:sp>
      <p:sp>
        <p:nvSpPr>
          <p:cNvPr id="2" name="Text Placeholder 7">
            <a:extLst>
              <a:ext uri="{FF2B5EF4-FFF2-40B4-BE49-F238E27FC236}">
                <a16:creationId xmlns:a16="http://schemas.microsoft.com/office/drawing/2014/main" id="{BFE2BE23-FE81-7F79-E3F5-28D250292B2B}"/>
              </a:ext>
            </a:extLst>
          </p:cNvPr>
          <p:cNvSpPr txBox="1">
            <a:spLocks/>
          </p:cNvSpPr>
          <p:nvPr/>
        </p:nvSpPr>
        <p:spPr>
          <a:xfrm>
            <a:off x="781540" y="3035692"/>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/every &amp; /after</a:t>
            </a:r>
          </a:p>
        </p:txBody>
      </p:sp>
      <p:sp>
        <p:nvSpPr>
          <p:cNvPr id="3" name="Text Placeholder 8">
            <a:extLst>
              <a:ext uri="{FF2B5EF4-FFF2-40B4-BE49-F238E27FC236}">
                <a16:creationId xmlns:a16="http://schemas.microsoft.com/office/drawing/2014/main" id="{67838D4F-5316-C88E-3D10-0A42E8D6C499}"/>
              </a:ext>
            </a:extLst>
          </p:cNvPr>
          <p:cNvSpPr txBox="1">
            <a:spLocks/>
          </p:cNvSpPr>
          <p:nvPr/>
        </p:nvSpPr>
        <p:spPr>
          <a:xfrm>
            <a:off x="781541" y="3510641"/>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Schedule a prompt or skill within the current CLI session</a:t>
            </a:r>
          </a:p>
        </p:txBody>
      </p:sp>
      <p:sp>
        <p:nvSpPr>
          <p:cNvPr id="4" name="Text Placeholder 7">
            <a:extLst>
              <a:ext uri="{FF2B5EF4-FFF2-40B4-BE49-F238E27FC236}">
                <a16:creationId xmlns:a16="http://schemas.microsoft.com/office/drawing/2014/main" id="{B12A9A06-E90A-1270-AE97-010C0F801931}"/>
              </a:ext>
            </a:extLst>
          </p:cNvPr>
          <p:cNvSpPr txBox="1">
            <a:spLocks/>
          </p:cNvSpPr>
          <p:nvPr/>
        </p:nvSpPr>
        <p:spPr>
          <a:xfrm>
            <a:off x="781538" y="4129183"/>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/rubber-duck</a:t>
            </a:r>
          </a:p>
        </p:txBody>
      </p:sp>
      <p:sp>
        <p:nvSpPr>
          <p:cNvPr id="5" name="Text Placeholder 8">
            <a:extLst>
              <a:ext uri="{FF2B5EF4-FFF2-40B4-BE49-F238E27FC236}">
                <a16:creationId xmlns:a16="http://schemas.microsoft.com/office/drawing/2014/main" id="{0BCCEDCF-3D14-0167-C1F6-C6EA55C94061}"/>
              </a:ext>
            </a:extLst>
          </p:cNvPr>
          <p:cNvSpPr txBox="1">
            <a:spLocks/>
          </p:cNvSpPr>
          <p:nvPr/>
        </p:nvSpPr>
        <p:spPr>
          <a:xfrm>
            <a:off x="781539" y="4604132"/>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Get a second opinion from a different agent</a:t>
            </a:r>
          </a:p>
        </p:txBody>
      </p:sp>
      <p:sp>
        <p:nvSpPr>
          <p:cNvPr id="7" name="Text Placeholder 7">
            <a:extLst>
              <a:ext uri="{FF2B5EF4-FFF2-40B4-BE49-F238E27FC236}">
                <a16:creationId xmlns:a16="http://schemas.microsoft.com/office/drawing/2014/main" id="{74AA2538-1382-6EFF-E512-29E5994ED333}"/>
              </a:ext>
            </a:extLst>
          </p:cNvPr>
          <p:cNvSpPr txBox="1">
            <a:spLocks/>
          </p:cNvSpPr>
          <p:nvPr/>
        </p:nvSpPr>
        <p:spPr>
          <a:xfrm>
            <a:off x="781538" y="5143728"/>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/remote</a:t>
            </a:r>
          </a:p>
        </p:txBody>
      </p:sp>
      <p:sp>
        <p:nvSpPr>
          <p:cNvPr id="9" name="Text Placeholder 8">
            <a:extLst>
              <a:ext uri="{FF2B5EF4-FFF2-40B4-BE49-F238E27FC236}">
                <a16:creationId xmlns:a16="http://schemas.microsoft.com/office/drawing/2014/main" id="{1C443315-5D2E-A742-3537-8483FB8D2360}"/>
              </a:ext>
            </a:extLst>
          </p:cNvPr>
          <p:cNvSpPr txBox="1">
            <a:spLocks/>
          </p:cNvSpPr>
          <p:nvPr/>
        </p:nvSpPr>
        <p:spPr>
          <a:xfrm>
            <a:off x="781539" y="5618677"/>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Start in the terminal, then monitor, steer, and merge from GitHub.com or your phone</a:t>
            </a:r>
          </a:p>
        </p:txBody>
      </p:sp>
      <p:sp>
        <p:nvSpPr>
          <p:cNvPr id="11" name="Text Placeholder 4">
            <a:extLst>
              <a:ext uri="{FF2B5EF4-FFF2-40B4-BE49-F238E27FC236}">
                <a16:creationId xmlns:a16="http://schemas.microsoft.com/office/drawing/2014/main" id="{B42893A5-0A2E-6386-A474-DF4A38D11D5D}"/>
              </a:ext>
            </a:extLst>
          </p:cNvPr>
          <p:cNvSpPr txBox="1">
            <a:spLocks/>
          </p:cNvSpPr>
          <p:nvPr/>
        </p:nvSpPr>
        <p:spPr>
          <a:xfrm>
            <a:off x="4476224" y="5714245"/>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/delegate</a:t>
            </a:r>
          </a:p>
        </p:txBody>
      </p:sp>
      <p:sp>
        <p:nvSpPr>
          <p:cNvPr id="13" name="Text Placeholder 5">
            <a:extLst>
              <a:ext uri="{FF2B5EF4-FFF2-40B4-BE49-F238E27FC236}">
                <a16:creationId xmlns:a16="http://schemas.microsoft.com/office/drawing/2014/main" id="{D9FFC34F-B32E-1BEE-F16A-622DA02265C8}"/>
              </a:ext>
            </a:extLst>
          </p:cNvPr>
          <p:cNvSpPr txBox="1">
            <a:spLocks/>
          </p:cNvSpPr>
          <p:nvPr/>
        </p:nvSpPr>
        <p:spPr>
          <a:xfrm>
            <a:off x="4476225" y="6189194"/>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Push the task to Copilot cloud agent on GitHub</a:t>
            </a:r>
          </a:p>
        </p:txBody>
      </p:sp>
      <p:sp>
        <p:nvSpPr>
          <p:cNvPr id="17" name="Text Placeholder 4">
            <a:extLst>
              <a:ext uri="{FF2B5EF4-FFF2-40B4-BE49-F238E27FC236}">
                <a16:creationId xmlns:a16="http://schemas.microsoft.com/office/drawing/2014/main" id="{BC726828-68A8-ABD6-A158-317ED2004C42}"/>
              </a:ext>
            </a:extLst>
          </p:cNvPr>
          <p:cNvSpPr txBox="1">
            <a:spLocks/>
          </p:cNvSpPr>
          <p:nvPr/>
        </p:nvSpPr>
        <p:spPr>
          <a:xfrm>
            <a:off x="8194608" y="5650755"/>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/fleet</a:t>
            </a:r>
          </a:p>
        </p:txBody>
      </p:sp>
      <p:sp>
        <p:nvSpPr>
          <p:cNvPr id="19" name="Text Placeholder 5">
            <a:extLst>
              <a:ext uri="{FF2B5EF4-FFF2-40B4-BE49-F238E27FC236}">
                <a16:creationId xmlns:a16="http://schemas.microsoft.com/office/drawing/2014/main" id="{F2DCFDB7-461F-E745-B1E2-275768050053}"/>
              </a:ext>
            </a:extLst>
          </p:cNvPr>
          <p:cNvSpPr txBox="1">
            <a:spLocks/>
          </p:cNvSpPr>
          <p:nvPr/>
        </p:nvSpPr>
        <p:spPr>
          <a:xfrm>
            <a:off x="8194609" y="6125704"/>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Coordinate subagents</a:t>
            </a:r>
          </a:p>
        </p:txBody>
      </p:sp>
    </p:spTree>
    <p:extLst>
      <p:ext uri="{BB962C8B-B14F-4D97-AF65-F5344CB8AC3E}">
        <p14:creationId xmlns:p14="http://schemas.microsoft.com/office/powerpoint/2010/main" val="59814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AF964-2CA1-AA2A-F700-BD54376F53A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A643933-BE34-106C-F928-187125EF029E}"/>
              </a:ext>
            </a:extLst>
          </p:cNvPr>
          <p:cNvSpPr>
            <a:spLocks noGrp="1"/>
          </p:cNvSpPr>
          <p:nvPr>
            <p:ph type="body" sz="quarter" idx="32"/>
          </p:nvPr>
        </p:nvSpPr>
        <p:spPr>
          <a:prstGeom prst="rect">
            <a:avLst/>
          </a:prstGeom>
        </p:spPr>
        <p:txBody>
          <a:bodyPr vert="horz" lIns="0" tIns="0" rIns="0" bIns="0" rtlCol="0" anchor="t" anchorCtr="0">
            <a:noAutofit/>
          </a:bodyPr>
          <a:lstStyle/>
          <a:p>
            <a:r>
              <a:rPr lang="en-US"/>
              <a:t>outline the work, use /model to compare approaches, and then use autopilot mode to implement without step-by-step approval.</a:t>
            </a:r>
          </a:p>
          <a:p>
            <a:br>
              <a:rPr lang="en-US"/>
            </a:br>
            <a:endParaRPr lang="en-US"/>
          </a:p>
        </p:txBody>
      </p:sp>
      <p:sp>
        <p:nvSpPr>
          <p:cNvPr id="3" name="Text Placeholder 2">
            <a:extLst>
              <a:ext uri="{FF2B5EF4-FFF2-40B4-BE49-F238E27FC236}">
                <a16:creationId xmlns:a16="http://schemas.microsoft.com/office/drawing/2014/main" id="{AFB87644-5204-BC0F-46C8-F11F552EE0E9}"/>
              </a:ext>
            </a:extLst>
          </p:cNvPr>
          <p:cNvSpPr>
            <a:spLocks noGrp="1"/>
          </p:cNvSpPr>
          <p:nvPr>
            <p:ph type="body" sz="quarter" idx="48"/>
          </p:nvPr>
        </p:nvSpPr>
        <p:spPr/>
        <p:txBody>
          <a:bodyPr vert="horz" lIns="0" tIns="0" rIns="0" bIns="0" rtlCol="0" anchor="t">
            <a:normAutofit/>
          </a:bodyPr>
          <a:lstStyle/>
          <a:p>
            <a:r>
              <a:rPr lang="en-US"/>
              <a:t>/plan with a team of agents</a:t>
            </a:r>
          </a:p>
        </p:txBody>
      </p:sp>
      <p:pic>
        <p:nvPicPr>
          <p:cNvPr id="6" name="Picture 5">
            <a:extLst>
              <a:ext uri="{FF2B5EF4-FFF2-40B4-BE49-F238E27FC236}">
                <a16:creationId xmlns:a16="http://schemas.microsoft.com/office/drawing/2014/main" id="{257CB183-196B-A4AB-F363-CF668A2DC716}"/>
              </a:ext>
            </a:extLst>
          </p:cNvPr>
          <p:cNvPicPr>
            <a:picLocks noChangeAspect="1"/>
          </p:cNvPicPr>
          <p:nvPr/>
        </p:nvPicPr>
        <p:blipFill>
          <a:blip r:embed="rId3">
            <a:extLst>
              <a:ext uri="{28A0092B-C50C-407E-A947-70E740481C1C}">
                <a14:useLocalDpi xmlns:a14="http://schemas.microsoft.com/office/drawing/2010/main" val="0"/>
              </a:ext>
            </a:extLst>
          </a:blip>
          <a:srcRect l="691" t="2937" r="134" b="2574"/>
          <a:stretch>
            <a:fillRect/>
          </a:stretch>
        </p:blipFill>
        <p:spPr>
          <a:xfrm>
            <a:off x="1998133" y="1717309"/>
            <a:ext cx="8195733" cy="4742475"/>
          </a:xfrm>
          <a:prstGeom prst="roundRect">
            <a:avLst>
              <a:gd name="adj" fmla="val 3824"/>
            </a:avLst>
          </a:prstGeom>
          <a:ln>
            <a:solidFill>
              <a:srgbClr val="8A11AF"/>
            </a:solidFill>
          </a:ln>
        </p:spPr>
      </p:pic>
      <p:sp>
        <p:nvSpPr>
          <p:cNvPr id="4" name="Arrow: Right 3">
            <a:extLst>
              <a:ext uri="{FF2B5EF4-FFF2-40B4-BE49-F238E27FC236}">
                <a16:creationId xmlns:a16="http://schemas.microsoft.com/office/drawing/2014/main" id="{C7739F48-FA26-D9E3-07FF-2A9B9EF059CE}"/>
              </a:ext>
            </a:extLst>
          </p:cNvPr>
          <p:cNvSpPr/>
          <p:nvPr/>
        </p:nvSpPr>
        <p:spPr>
          <a:xfrm>
            <a:off x="1043796" y="5963065"/>
            <a:ext cx="1112808" cy="3536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838928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E3D6-22C7-7B41-2ADC-40F8794646C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7A3EDA5-C53D-3E8A-11B5-72F8AED46F0A}"/>
              </a:ext>
            </a:extLst>
          </p:cNvPr>
          <p:cNvSpPr>
            <a:spLocks noGrp="1"/>
          </p:cNvSpPr>
          <p:nvPr>
            <p:ph type="body" sz="quarter" idx="32"/>
          </p:nvPr>
        </p:nvSpPr>
        <p:spPr>
          <a:prstGeom prst="rect">
            <a:avLst/>
          </a:prstGeom>
        </p:spPr>
        <p:txBody>
          <a:bodyPr vert="horz" lIns="0" tIns="0" rIns="0" bIns="0" rtlCol="0" anchor="t" anchorCtr="0">
            <a:noAutofit/>
          </a:bodyPr>
          <a:lstStyle/>
          <a:p>
            <a:r>
              <a:rPr lang="en-US"/>
              <a:t>define custom instructions and tool access, so behavior stays consistent across models, sessions, and delegated work.</a:t>
            </a:r>
          </a:p>
        </p:txBody>
      </p:sp>
      <p:sp>
        <p:nvSpPr>
          <p:cNvPr id="3" name="Text Placeholder 2">
            <a:extLst>
              <a:ext uri="{FF2B5EF4-FFF2-40B4-BE49-F238E27FC236}">
                <a16:creationId xmlns:a16="http://schemas.microsoft.com/office/drawing/2014/main" id="{FC0BB59E-86E9-CA43-C08B-E0C8A3B29A5E}"/>
              </a:ext>
            </a:extLst>
          </p:cNvPr>
          <p:cNvSpPr>
            <a:spLocks noGrp="1"/>
          </p:cNvSpPr>
          <p:nvPr>
            <p:ph type="body" sz="quarter" idx="48"/>
          </p:nvPr>
        </p:nvSpPr>
        <p:spPr/>
        <p:txBody>
          <a:bodyPr vert="horz" lIns="0" tIns="0" rIns="0" bIns="0" rtlCol="0" anchor="t">
            <a:normAutofit/>
          </a:bodyPr>
          <a:lstStyle/>
          <a:p>
            <a:r>
              <a:rPr lang="en-US"/>
              <a:t>Shape behavior with /agent and /skills</a:t>
            </a:r>
          </a:p>
          <a:p>
            <a:endParaRPr lang="en-US">
              <a:latin typeface="Mona Sans Display"/>
              <a:cs typeface="Mona Sans Display"/>
            </a:endParaRPr>
          </a:p>
        </p:txBody>
      </p:sp>
      <p:pic>
        <p:nvPicPr>
          <p:cNvPr id="6" name="Picture 5">
            <a:extLst>
              <a:ext uri="{FF2B5EF4-FFF2-40B4-BE49-F238E27FC236}">
                <a16:creationId xmlns:a16="http://schemas.microsoft.com/office/drawing/2014/main" id="{4CC90B26-D6DD-CC5A-2F4A-099804A628C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43677" y="1537471"/>
            <a:ext cx="8104645" cy="4922313"/>
          </a:xfrm>
          <a:prstGeom prst="roundRect">
            <a:avLst>
              <a:gd name="adj" fmla="val 3824"/>
            </a:avLst>
          </a:prstGeom>
          <a:ln>
            <a:solidFill>
              <a:srgbClr val="8A11AF"/>
            </a:solidFill>
          </a:ln>
        </p:spPr>
      </p:pic>
      <p:sp>
        <p:nvSpPr>
          <p:cNvPr id="2" name="Rectangle 1">
            <a:extLst>
              <a:ext uri="{FF2B5EF4-FFF2-40B4-BE49-F238E27FC236}">
                <a16:creationId xmlns:a16="http://schemas.microsoft.com/office/drawing/2014/main" id="{A77592E4-1801-7145-4AB1-A3636D8EE20A}"/>
              </a:ext>
            </a:extLst>
          </p:cNvPr>
          <p:cNvSpPr/>
          <p:nvPr/>
        </p:nvSpPr>
        <p:spPr>
          <a:xfrm>
            <a:off x="2147194" y="3588590"/>
            <a:ext cx="5573448" cy="1731940"/>
          </a:xfrm>
          <a:prstGeom prst="rect">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001144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30A3F75-5025-A204-F553-8732DBAD3DFD}"/>
              </a:ext>
            </a:extLst>
          </p:cNvPr>
          <p:cNvSpPr>
            <a:spLocks noGrp="1"/>
          </p:cNvSpPr>
          <p:nvPr>
            <p:ph type="body" sz="quarter" idx="32"/>
          </p:nvPr>
        </p:nvSpPr>
        <p:spPr>
          <a:prstGeom prst="rect">
            <a:avLst/>
          </a:prstGeom>
        </p:spPr>
        <p:txBody>
          <a:bodyPr vert="horz" lIns="0" tIns="0" rIns="0" bIns="0" rtlCol="0" anchor="t" anchorCtr="0">
            <a:noAutofit/>
          </a:bodyPr>
          <a:lstStyle/>
          <a:p>
            <a:r>
              <a:rPr lang="en-US"/>
              <a:t>move from backlog to implementation without context hunting.</a:t>
            </a:r>
          </a:p>
        </p:txBody>
      </p:sp>
      <p:sp>
        <p:nvSpPr>
          <p:cNvPr id="3" name="Text Placeholder 2">
            <a:extLst>
              <a:ext uri="{FF2B5EF4-FFF2-40B4-BE49-F238E27FC236}">
                <a16:creationId xmlns:a16="http://schemas.microsoft.com/office/drawing/2014/main" id="{F50B175B-8D5C-2C6F-CF33-7D819F83890D}"/>
              </a:ext>
            </a:extLst>
          </p:cNvPr>
          <p:cNvSpPr>
            <a:spLocks noGrp="1"/>
          </p:cNvSpPr>
          <p:nvPr>
            <p:ph type="body" sz="quarter" idx="48"/>
          </p:nvPr>
        </p:nvSpPr>
        <p:spPr/>
        <p:txBody>
          <a:bodyPr vert="horz" lIns="0" tIns="0" rIns="0" bIns="0" rtlCol="0" anchor="t">
            <a:normAutofit/>
          </a:bodyPr>
          <a:lstStyle/>
          <a:p>
            <a:r>
              <a:rPr lang="en-US"/>
              <a:t>Work with your issues, PRs, and more</a:t>
            </a:r>
            <a:endParaRPr lang="en-US">
              <a:latin typeface="Mona Sans Display"/>
              <a:cs typeface="Mona Sans Display"/>
            </a:endParaRPr>
          </a:p>
        </p:txBody>
      </p:sp>
      <p:pic>
        <p:nvPicPr>
          <p:cNvPr id="6" name="Picture 5">
            <a:extLst>
              <a:ext uri="{FF2B5EF4-FFF2-40B4-BE49-F238E27FC236}">
                <a16:creationId xmlns:a16="http://schemas.microsoft.com/office/drawing/2014/main" id="{A882ADD3-4A57-4BD7-7311-FFD53DACB1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865" y="1713933"/>
            <a:ext cx="6870097" cy="4172517"/>
          </a:xfrm>
          <a:prstGeom prst="roundRect">
            <a:avLst>
              <a:gd name="adj" fmla="val 3824"/>
            </a:avLst>
          </a:prstGeom>
          <a:ln>
            <a:solidFill>
              <a:srgbClr val="8A11AF"/>
            </a:solidFill>
          </a:ln>
        </p:spPr>
      </p:pic>
      <p:pic>
        <p:nvPicPr>
          <p:cNvPr id="4" name="Picture 3">
            <a:extLst>
              <a:ext uri="{FF2B5EF4-FFF2-40B4-BE49-F238E27FC236}">
                <a16:creationId xmlns:a16="http://schemas.microsoft.com/office/drawing/2014/main" id="{984D2D58-A83E-BB47-9528-D72D0A8E88C4}"/>
              </a:ext>
            </a:extLst>
          </p:cNvPr>
          <p:cNvPicPr>
            <a:picLocks noChangeAspect="1"/>
          </p:cNvPicPr>
          <p:nvPr/>
        </p:nvPicPr>
        <p:blipFill>
          <a:blip r:embed="rId4"/>
          <a:srcRect l="4941" t="5211" r="62450" b="45968"/>
          <a:stretch>
            <a:fillRect/>
          </a:stretch>
        </p:blipFill>
        <p:spPr>
          <a:xfrm>
            <a:off x="7272539" y="1713933"/>
            <a:ext cx="4309861" cy="4172517"/>
          </a:xfrm>
          <a:prstGeom prst="roundRect">
            <a:avLst>
              <a:gd name="adj" fmla="val 3652"/>
            </a:avLst>
          </a:prstGeom>
          <a:ln>
            <a:solidFill>
              <a:srgbClr val="8A11AF"/>
            </a:solidFill>
          </a:ln>
        </p:spPr>
      </p:pic>
      <p:sp>
        <p:nvSpPr>
          <p:cNvPr id="7" name="Arrow: Right 6">
            <a:extLst>
              <a:ext uri="{FF2B5EF4-FFF2-40B4-BE49-F238E27FC236}">
                <a16:creationId xmlns:a16="http://schemas.microsoft.com/office/drawing/2014/main" id="{616E2DA7-372C-FAB0-4169-E89E7A304E3D}"/>
              </a:ext>
            </a:extLst>
          </p:cNvPr>
          <p:cNvSpPr/>
          <p:nvPr/>
        </p:nvSpPr>
        <p:spPr>
          <a:xfrm rot="7658565">
            <a:off x="8781717" y="1662383"/>
            <a:ext cx="771885" cy="4034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349320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2624D-7E4D-308D-20FC-E9921F12DC9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51FEC56-4B6A-257A-C979-8650B0E8F67E}"/>
              </a:ext>
            </a:extLst>
          </p:cNvPr>
          <p:cNvSpPr>
            <a:spLocks noGrp="1"/>
          </p:cNvSpPr>
          <p:nvPr>
            <p:ph type="body" sz="quarter" idx="32"/>
          </p:nvPr>
        </p:nvSpPr>
        <p:spPr>
          <a:prstGeom prst="rect">
            <a:avLst/>
          </a:prstGeom>
        </p:spPr>
        <p:txBody>
          <a:bodyPr vert="horz" lIns="0" tIns="0" rIns="0" bIns="0" rtlCol="0" anchor="t" anchorCtr="0">
            <a:noAutofit/>
          </a:bodyPr>
          <a:lstStyle/>
          <a:p>
            <a:r>
              <a:rPr lang="en-US"/>
              <a:t>Create a branch, implement a change, and open a pull request with a single command. </a:t>
            </a:r>
          </a:p>
        </p:txBody>
      </p:sp>
      <p:sp>
        <p:nvSpPr>
          <p:cNvPr id="3" name="Text Placeholder 2">
            <a:extLst>
              <a:ext uri="{FF2B5EF4-FFF2-40B4-BE49-F238E27FC236}">
                <a16:creationId xmlns:a16="http://schemas.microsoft.com/office/drawing/2014/main" id="{7EA22730-E229-3CDB-280D-9497EE4BC19D}"/>
              </a:ext>
            </a:extLst>
          </p:cNvPr>
          <p:cNvSpPr>
            <a:spLocks noGrp="1"/>
          </p:cNvSpPr>
          <p:nvPr>
            <p:ph type="body" sz="quarter" idx="48"/>
          </p:nvPr>
        </p:nvSpPr>
        <p:spPr/>
        <p:txBody>
          <a:bodyPr vert="horz" lIns="0" tIns="0" rIns="0" bIns="0" rtlCol="0" anchor="t">
            <a:normAutofit/>
          </a:bodyPr>
          <a:lstStyle/>
          <a:p>
            <a:r>
              <a:rPr lang="en-US"/>
              <a:t>/delegate work to the cloud</a:t>
            </a:r>
          </a:p>
        </p:txBody>
      </p:sp>
      <p:pic>
        <p:nvPicPr>
          <p:cNvPr id="6" name="Picture 5">
            <a:extLst>
              <a:ext uri="{FF2B5EF4-FFF2-40B4-BE49-F238E27FC236}">
                <a16:creationId xmlns:a16="http://schemas.microsoft.com/office/drawing/2014/main" id="{FBC8979C-0DF9-49F2-E815-D85FF62E3D5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43677" y="1537471"/>
            <a:ext cx="8104645" cy="4922313"/>
          </a:xfrm>
          <a:prstGeom prst="roundRect">
            <a:avLst>
              <a:gd name="adj" fmla="val 3824"/>
            </a:avLst>
          </a:prstGeom>
          <a:ln>
            <a:solidFill>
              <a:srgbClr val="8A11AF"/>
            </a:solidFill>
          </a:ln>
        </p:spPr>
      </p:pic>
    </p:spTree>
    <p:extLst>
      <p:ext uri="{BB962C8B-B14F-4D97-AF65-F5344CB8AC3E}">
        <p14:creationId xmlns:p14="http://schemas.microsoft.com/office/powerpoint/2010/main" val="383587975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10101"/>
        </a:solidFill>
        <a:effectLst/>
      </p:bgPr>
    </p:bg>
    <p:spTree>
      <p:nvGrpSpPr>
        <p:cNvPr id="1" name="">
          <a:extLst>
            <a:ext uri="{FF2B5EF4-FFF2-40B4-BE49-F238E27FC236}">
              <a16:creationId xmlns:a16="http://schemas.microsoft.com/office/drawing/2014/main" id="{B53C1EC4-C857-78EF-2DBC-9879469D173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1634B44-99FB-96B4-0934-E01EF7AA1593}"/>
              </a:ext>
            </a:extLst>
          </p:cNvPr>
          <p:cNvSpPr>
            <a:spLocks noGrp="1"/>
          </p:cNvSpPr>
          <p:nvPr>
            <p:ph type="body" sz="quarter" idx="32"/>
          </p:nvPr>
        </p:nvSpPr>
        <p:spPr>
          <a:prstGeom prst="rect">
            <a:avLst/>
          </a:prstGeom>
        </p:spPr>
        <p:txBody>
          <a:bodyPr vert="horz" lIns="0" tIns="0" rIns="0" bIns="0" rtlCol="0" anchor="t" anchorCtr="0">
            <a:noAutofit/>
          </a:bodyPr>
          <a:lstStyle/>
          <a:p>
            <a:r>
              <a:rPr lang="en-US"/>
              <a:t>Start in the terminal, then monitor, steer, and merge from GitHub.com or your phone.</a:t>
            </a:r>
          </a:p>
        </p:txBody>
      </p:sp>
      <p:sp>
        <p:nvSpPr>
          <p:cNvPr id="3" name="Text Placeholder 2">
            <a:extLst>
              <a:ext uri="{FF2B5EF4-FFF2-40B4-BE49-F238E27FC236}">
                <a16:creationId xmlns:a16="http://schemas.microsoft.com/office/drawing/2014/main" id="{E6000ADC-014C-6CCC-7E2D-A64FD86B96BF}"/>
              </a:ext>
            </a:extLst>
          </p:cNvPr>
          <p:cNvSpPr>
            <a:spLocks noGrp="1"/>
          </p:cNvSpPr>
          <p:nvPr>
            <p:ph type="body" sz="quarter" idx="48"/>
          </p:nvPr>
        </p:nvSpPr>
        <p:spPr/>
        <p:txBody>
          <a:bodyPr vert="horz" lIns="0" tIns="0" rIns="0" bIns="0" rtlCol="0" anchor="t">
            <a:normAutofit/>
          </a:bodyPr>
          <a:lstStyle/>
          <a:p>
            <a:r>
              <a:rPr lang="en-US"/>
              <a:t>/remote to any device</a:t>
            </a:r>
          </a:p>
        </p:txBody>
      </p:sp>
      <p:pic>
        <p:nvPicPr>
          <p:cNvPr id="6" name="Picture 5">
            <a:extLst>
              <a:ext uri="{FF2B5EF4-FFF2-40B4-BE49-F238E27FC236}">
                <a16:creationId xmlns:a16="http://schemas.microsoft.com/office/drawing/2014/main" id="{D223B4CA-BC41-C742-F003-37E10729E13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27554" y="1695515"/>
            <a:ext cx="8936891" cy="5427773"/>
          </a:xfrm>
          <a:prstGeom prst="roundRect">
            <a:avLst>
              <a:gd name="adj" fmla="val 3824"/>
            </a:avLst>
          </a:prstGeom>
          <a:ln>
            <a:noFill/>
          </a:ln>
        </p:spPr>
      </p:pic>
    </p:spTree>
    <p:extLst>
      <p:ext uri="{BB962C8B-B14F-4D97-AF65-F5344CB8AC3E}">
        <p14:creationId xmlns:p14="http://schemas.microsoft.com/office/powerpoint/2010/main" val="54999013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68D453-3B32-242E-2CE9-D1DC7AAA49B4}"/>
              </a:ext>
            </a:extLst>
          </p:cNvPr>
          <p:cNvSpPr>
            <a:spLocks noGrp="1"/>
          </p:cNvSpPr>
          <p:nvPr>
            <p:ph type="body" sz="quarter" idx="31"/>
          </p:nvPr>
        </p:nvSpPr>
        <p:spPr/>
        <p:txBody>
          <a:bodyPr/>
          <a:lstStyle/>
          <a:p>
            <a:r>
              <a:rPr lang="en-US"/>
              <a:t>GitHub Copilot CLI</a:t>
            </a:r>
          </a:p>
        </p:txBody>
      </p:sp>
      <p:sp>
        <p:nvSpPr>
          <p:cNvPr id="3" name="Text Placeholder 2">
            <a:extLst>
              <a:ext uri="{FF2B5EF4-FFF2-40B4-BE49-F238E27FC236}">
                <a16:creationId xmlns:a16="http://schemas.microsoft.com/office/drawing/2014/main" id="{3E504F11-9D95-C38C-C83F-D8CED18D0595}"/>
              </a:ext>
            </a:extLst>
          </p:cNvPr>
          <p:cNvSpPr>
            <a:spLocks noGrp="1"/>
          </p:cNvSpPr>
          <p:nvPr>
            <p:ph type="body" sz="quarter" idx="32"/>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/context</a:t>
            </a:r>
          </a:p>
        </p:txBody>
      </p:sp>
      <p:sp>
        <p:nvSpPr>
          <p:cNvPr id="4" name="Text Placeholder 3">
            <a:extLst>
              <a:ext uri="{FF2B5EF4-FFF2-40B4-BE49-F238E27FC236}">
                <a16:creationId xmlns:a16="http://schemas.microsoft.com/office/drawing/2014/main" id="{9749C76D-A31B-529A-09C0-FF6274A0F2B5}"/>
              </a:ext>
            </a:extLst>
          </p:cNvPr>
          <p:cNvSpPr>
            <a:spLocks noGrp="1"/>
          </p:cNvSpPr>
          <p:nvPr>
            <p:ph type="body" sz="quarter" idx="33"/>
          </p:nvPr>
        </p:nvSpPr>
        <p:spPr/>
        <p:txBody>
          <a:bodyPr/>
          <a:lstStyle/>
          <a:p>
            <a:r>
              <a:rPr lang="en-US"/>
              <a:t>Visualize what is in your context window.</a:t>
            </a:r>
          </a:p>
        </p:txBody>
      </p:sp>
      <p:sp>
        <p:nvSpPr>
          <p:cNvPr id="5" name="Text Placeholder 4">
            <a:extLst>
              <a:ext uri="{FF2B5EF4-FFF2-40B4-BE49-F238E27FC236}">
                <a16:creationId xmlns:a16="http://schemas.microsoft.com/office/drawing/2014/main" id="{71E67F5E-149E-D11B-053F-4EB039082E6E}"/>
              </a:ext>
            </a:extLst>
          </p:cNvPr>
          <p:cNvSpPr>
            <a:spLocks noGrp="1"/>
          </p:cNvSpPr>
          <p:nvPr>
            <p:ph type="body" sz="quarter" idx="35"/>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/compact</a:t>
            </a:r>
          </a:p>
        </p:txBody>
      </p:sp>
      <p:sp>
        <p:nvSpPr>
          <p:cNvPr id="6" name="Text Placeholder 5">
            <a:extLst>
              <a:ext uri="{FF2B5EF4-FFF2-40B4-BE49-F238E27FC236}">
                <a16:creationId xmlns:a16="http://schemas.microsoft.com/office/drawing/2014/main" id="{432CCEA2-41C9-BB72-34A6-70A2B27EB8AA}"/>
              </a:ext>
            </a:extLst>
          </p:cNvPr>
          <p:cNvSpPr>
            <a:spLocks noGrp="1"/>
          </p:cNvSpPr>
          <p:nvPr>
            <p:ph type="body" sz="quarter" idx="36"/>
          </p:nvPr>
        </p:nvSpPr>
        <p:spPr/>
        <p:txBody>
          <a:bodyPr/>
          <a:lstStyle/>
          <a:p>
            <a:r>
              <a:rPr lang="en-US"/>
              <a:t>Summarizes current context and compacts to smaller size.</a:t>
            </a:r>
          </a:p>
        </p:txBody>
      </p:sp>
      <p:sp>
        <p:nvSpPr>
          <p:cNvPr id="9" name="Title 8">
            <a:extLst>
              <a:ext uri="{FF2B5EF4-FFF2-40B4-BE49-F238E27FC236}">
                <a16:creationId xmlns:a16="http://schemas.microsoft.com/office/drawing/2014/main" id="{41139FB8-8BE4-9696-E89E-9E0437F65780}"/>
              </a:ext>
            </a:extLst>
          </p:cNvPr>
          <p:cNvSpPr>
            <a:spLocks noGrp="1"/>
          </p:cNvSpPr>
          <p:nvPr>
            <p:ph type="title"/>
          </p:nvPr>
        </p:nvSpPr>
        <p:spPr/>
        <p:txBody>
          <a:bodyPr/>
          <a:lstStyle/>
          <a:p>
            <a:r>
              <a:rPr lang="en-US"/>
              <a:t>Context</a:t>
            </a:r>
            <a:br>
              <a:rPr lang="en-US"/>
            </a:br>
            <a:br>
              <a:rPr lang="en-US"/>
            </a:br>
            <a:endParaRPr lang="en-US"/>
          </a:p>
        </p:txBody>
      </p:sp>
      <p:sp>
        <p:nvSpPr>
          <p:cNvPr id="10" name="Picture Placeholder 9">
            <a:extLst>
              <a:ext uri="{FF2B5EF4-FFF2-40B4-BE49-F238E27FC236}">
                <a16:creationId xmlns:a16="http://schemas.microsoft.com/office/drawing/2014/main" id="{EF763C8E-2B27-63E6-3552-DA9E2C9DF50A}"/>
              </a:ext>
            </a:extLst>
          </p:cNvPr>
          <p:cNvSpPr>
            <a:spLocks noGrp="1"/>
          </p:cNvSpPr>
          <p:nvPr>
            <p:ph type="pic" sz="quarter" idx="44"/>
          </p:nvPr>
        </p:nvSpPr>
        <p:spPr/>
        <p:txBody>
          <a:bodyPr/>
          <a:lstStyle/>
          <a:p>
            <a:endParaRPr lang="en-US"/>
          </a:p>
        </p:txBody>
      </p:sp>
      <p:sp>
        <p:nvSpPr>
          <p:cNvPr id="11" name="Picture Placeholder 10">
            <a:extLst>
              <a:ext uri="{FF2B5EF4-FFF2-40B4-BE49-F238E27FC236}">
                <a16:creationId xmlns:a16="http://schemas.microsoft.com/office/drawing/2014/main" id="{67D43EEB-C66F-5B37-1F91-BA47700B16DA}"/>
              </a:ext>
            </a:extLst>
          </p:cNvPr>
          <p:cNvSpPr>
            <a:spLocks noGrp="1"/>
          </p:cNvSpPr>
          <p:nvPr>
            <p:ph type="pic" sz="quarter" idx="45"/>
          </p:nvPr>
        </p:nvSpPr>
        <p:spPr/>
        <p:txBody>
          <a:bodyPr/>
          <a:lstStyle/>
          <a:p>
            <a:endParaRPr lang="en-US"/>
          </a:p>
        </p:txBody>
      </p:sp>
      <p:sp>
        <p:nvSpPr>
          <p:cNvPr id="8" name="TextBox 7">
            <a:extLst>
              <a:ext uri="{FF2B5EF4-FFF2-40B4-BE49-F238E27FC236}">
                <a16:creationId xmlns:a16="http://schemas.microsoft.com/office/drawing/2014/main" id="{C5B86CB6-476C-2DF5-9931-B8A6C161104B}"/>
              </a:ext>
            </a:extLst>
          </p:cNvPr>
          <p:cNvSpPr txBox="1"/>
          <p:nvPr/>
        </p:nvSpPr>
        <p:spPr>
          <a:xfrm>
            <a:off x="283070" y="3709526"/>
            <a:ext cx="3955298" cy="1477328"/>
          </a:xfrm>
          <a:prstGeom prst="rect">
            <a:avLst/>
          </a:prstGeom>
          <a:noFill/>
        </p:spPr>
        <p:txBody>
          <a:bodyPr wrap="square">
            <a:spAutoFit/>
          </a:bodyPr>
          <a:lstStyle/>
          <a:p>
            <a:r>
              <a:rPr lang="en-US"/>
              <a:t>Infinite Sessions (a CLI exclusive) means you likely never have to worry about these, but when you want to manage your context more directly, you can:</a:t>
            </a:r>
          </a:p>
        </p:txBody>
      </p:sp>
      <p:pic>
        <p:nvPicPr>
          <p:cNvPr id="12" name="Picture 11" descr="The image displays a PowerShell session in a terminal, showing various statistics and options such as sessions, issues, pull requests, gists, and a context usage display.&#10;&#10;AI-generated content may be incorrect.">
            <a:extLst>
              <a:ext uri="{FF2B5EF4-FFF2-40B4-BE49-F238E27FC236}">
                <a16:creationId xmlns:a16="http://schemas.microsoft.com/office/drawing/2014/main" id="{0C78D52F-BC7E-AEB8-A866-732BF7FA8126}"/>
              </a:ext>
            </a:extLst>
          </p:cNvPr>
          <p:cNvPicPr>
            <a:picLocks noChangeAspect="1"/>
          </p:cNvPicPr>
          <p:nvPr/>
        </p:nvPicPr>
        <p:blipFill>
          <a:blip r:embed="rId4"/>
          <a:stretch>
            <a:fillRect/>
          </a:stretch>
        </p:blipFill>
        <p:spPr>
          <a:xfrm>
            <a:off x="5162473" y="10586"/>
            <a:ext cx="6585404" cy="3706567"/>
          </a:xfrm>
          <a:prstGeom prst="rect">
            <a:avLst/>
          </a:prstGeom>
        </p:spPr>
      </p:pic>
    </p:spTree>
    <p:extLst>
      <p:ext uri="{BB962C8B-B14F-4D97-AF65-F5344CB8AC3E}">
        <p14:creationId xmlns:p14="http://schemas.microsoft.com/office/powerpoint/2010/main" val="2227599819"/>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FAD30-11E0-5EF0-C03F-FF58C59230D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C25C4C0-240B-26DD-080D-4C09DFCEB66C}"/>
              </a:ext>
            </a:extLst>
          </p:cNvPr>
          <p:cNvSpPr>
            <a:spLocks noGrp="1"/>
          </p:cNvSpPr>
          <p:nvPr>
            <p:ph type="body" sz="quarter" idx="31"/>
          </p:nvPr>
        </p:nvSpPr>
        <p:spPr/>
        <p:txBody>
          <a:bodyPr/>
          <a:lstStyle/>
          <a:p>
            <a:r>
              <a:rPr lang="en-US"/>
              <a:t>GitHub Copilot CLI</a:t>
            </a:r>
          </a:p>
        </p:txBody>
      </p:sp>
      <p:sp>
        <p:nvSpPr>
          <p:cNvPr id="3" name="Text Placeholder 2">
            <a:extLst>
              <a:ext uri="{FF2B5EF4-FFF2-40B4-BE49-F238E27FC236}">
                <a16:creationId xmlns:a16="http://schemas.microsoft.com/office/drawing/2014/main" id="{FF3FC21C-B529-2249-1D0F-73ABA9D9EC67}"/>
              </a:ext>
            </a:extLst>
          </p:cNvPr>
          <p:cNvSpPr>
            <a:spLocks noGrp="1"/>
          </p:cNvSpPr>
          <p:nvPr>
            <p:ph type="body" sz="quarter" idx="32"/>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/model</a:t>
            </a:r>
          </a:p>
        </p:txBody>
      </p:sp>
      <p:sp>
        <p:nvSpPr>
          <p:cNvPr id="4" name="Text Placeholder 3">
            <a:extLst>
              <a:ext uri="{FF2B5EF4-FFF2-40B4-BE49-F238E27FC236}">
                <a16:creationId xmlns:a16="http://schemas.microsoft.com/office/drawing/2014/main" id="{49AAF6F1-2EDC-1391-B693-C45AC0829382}"/>
              </a:ext>
            </a:extLst>
          </p:cNvPr>
          <p:cNvSpPr>
            <a:spLocks noGrp="1"/>
          </p:cNvSpPr>
          <p:nvPr>
            <p:ph type="body" sz="quarter" idx="33"/>
          </p:nvPr>
        </p:nvSpPr>
        <p:spPr/>
        <p:txBody>
          <a:bodyPr/>
          <a:lstStyle/>
          <a:p>
            <a:r>
              <a:rPr lang="en-US"/>
              <a:t>Search through and select which model you want to use.</a:t>
            </a:r>
          </a:p>
        </p:txBody>
      </p:sp>
      <p:sp>
        <p:nvSpPr>
          <p:cNvPr id="5" name="Text Placeholder 4">
            <a:extLst>
              <a:ext uri="{FF2B5EF4-FFF2-40B4-BE49-F238E27FC236}">
                <a16:creationId xmlns:a16="http://schemas.microsoft.com/office/drawing/2014/main" id="{2AB2253E-6A2F-68AC-2262-36124033A5CC}"/>
              </a:ext>
            </a:extLst>
          </p:cNvPr>
          <p:cNvSpPr>
            <a:spLocks noGrp="1"/>
          </p:cNvSpPr>
          <p:nvPr>
            <p:ph type="body" sz="quarter" idx="35"/>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/rubber-duck</a:t>
            </a:r>
          </a:p>
        </p:txBody>
      </p:sp>
      <p:sp>
        <p:nvSpPr>
          <p:cNvPr id="6" name="Text Placeholder 5">
            <a:extLst>
              <a:ext uri="{FF2B5EF4-FFF2-40B4-BE49-F238E27FC236}">
                <a16:creationId xmlns:a16="http://schemas.microsoft.com/office/drawing/2014/main" id="{023C5223-3EA8-6B6B-53D9-94EC9FC6E0F4}"/>
              </a:ext>
            </a:extLst>
          </p:cNvPr>
          <p:cNvSpPr>
            <a:spLocks noGrp="1"/>
          </p:cNvSpPr>
          <p:nvPr>
            <p:ph type="body" sz="quarter" idx="36"/>
          </p:nvPr>
        </p:nvSpPr>
        <p:spPr/>
        <p:txBody>
          <a:bodyPr/>
          <a:lstStyle/>
          <a:p>
            <a:r>
              <a:rPr lang="en-US"/>
              <a:t>Run a code review leveraging a different AI model.</a:t>
            </a:r>
          </a:p>
        </p:txBody>
      </p:sp>
      <p:sp>
        <p:nvSpPr>
          <p:cNvPr id="9" name="Title 8">
            <a:extLst>
              <a:ext uri="{FF2B5EF4-FFF2-40B4-BE49-F238E27FC236}">
                <a16:creationId xmlns:a16="http://schemas.microsoft.com/office/drawing/2014/main" id="{FBBA7B63-B697-1074-39A1-AD137B0A37DD}"/>
              </a:ext>
            </a:extLst>
          </p:cNvPr>
          <p:cNvSpPr>
            <a:spLocks noGrp="1"/>
          </p:cNvSpPr>
          <p:nvPr>
            <p:ph type="title"/>
          </p:nvPr>
        </p:nvSpPr>
        <p:spPr/>
        <p:txBody>
          <a:bodyPr/>
          <a:lstStyle/>
          <a:p>
            <a:r>
              <a:rPr lang="en-US"/>
              <a:t>Models!</a:t>
            </a:r>
            <a:br>
              <a:rPr lang="en-US"/>
            </a:br>
            <a:br>
              <a:rPr lang="en-US"/>
            </a:br>
            <a:endParaRPr lang="en-US"/>
          </a:p>
        </p:txBody>
      </p:sp>
      <p:sp>
        <p:nvSpPr>
          <p:cNvPr id="10" name="Picture Placeholder 9">
            <a:extLst>
              <a:ext uri="{FF2B5EF4-FFF2-40B4-BE49-F238E27FC236}">
                <a16:creationId xmlns:a16="http://schemas.microsoft.com/office/drawing/2014/main" id="{72070DC0-A4B3-091A-3C13-B6645731ABC5}"/>
              </a:ext>
            </a:extLst>
          </p:cNvPr>
          <p:cNvSpPr>
            <a:spLocks noGrp="1"/>
          </p:cNvSpPr>
          <p:nvPr>
            <p:ph type="pic" sz="quarter" idx="44"/>
          </p:nvPr>
        </p:nvSpPr>
        <p:spPr/>
        <p:txBody>
          <a:bodyPr/>
          <a:lstStyle/>
          <a:p>
            <a:endParaRPr lang="en-US"/>
          </a:p>
        </p:txBody>
      </p:sp>
      <p:sp>
        <p:nvSpPr>
          <p:cNvPr id="11" name="Picture Placeholder 10">
            <a:extLst>
              <a:ext uri="{FF2B5EF4-FFF2-40B4-BE49-F238E27FC236}">
                <a16:creationId xmlns:a16="http://schemas.microsoft.com/office/drawing/2014/main" id="{80485033-BDAB-0283-4D5C-60606501422A}"/>
              </a:ext>
            </a:extLst>
          </p:cNvPr>
          <p:cNvSpPr>
            <a:spLocks noGrp="1"/>
          </p:cNvSpPr>
          <p:nvPr>
            <p:ph type="pic" sz="quarter" idx="45"/>
          </p:nvPr>
        </p:nvSpPr>
        <p:spPr/>
        <p:txBody>
          <a:bodyPr/>
          <a:lstStyle/>
          <a:p>
            <a:endParaRPr lang="en-US"/>
          </a:p>
        </p:txBody>
      </p:sp>
      <p:sp>
        <p:nvSpPr>
          <p:cNvPr id="8" name="TextBox 7">
            <a:extLst>
              <a:ext uri="{FF2B5EF4-FFF2-40B4-BE49-F238E27FC236}">
                <a16:creationId xmlns:a16="http://schemas.microsoft.com/office/drawing/2014/main" id="{6DE65DB9-F588-46D4-F053-4A5017241570}"/>
              </a:ext>
            </a:extLst>
          </p:cNvPr>
          <p:cNvSpPr txBox="1"/>
          <p:nvPr/>
        </p:nvSpPr>
        <p:spPr>
          <a:xfrm>
            <a:off x="283070" y="3709526"/>
            <a:ext cx="3955298" cy="1477328"/>
          </a:xfrm>
          <a:prstGeom prst="rect">
            <a:avLst/>
          </a:prstGeom>
          <a:noFill/>
        </p:spPr>
        <p:txBody>
          <a:bodyPr wrap="square">
            <a:spAutoFit/>
          </a:bodyPr>
          <a:lstStyle/>
          <a:p>
            <a:r>
              <a:rPr lang="en-US"/>
              <a:t>Models available from all kinds of providers like Microsoft, Anthropic, OpenAI, Google, and Moonshot AI. Plus you can use your own with Bring Your Own Key!</a:t>
            </a:r>
          </a:p>
        </p:txBody>
      </p:sp>
      <p:pic>
        <p:nvPicPr>
          <p:cNvPr id="12" name="Picture 11" descr="The image displays a PowerShell session with a list of various projects and issues, including GitHub repositories, followed by a sidebar interface with commands and options.&#10;&#10;AI-generated content may be incorrect.">
            <a:extLst>
              <a:ext uri="{FF2B5EF4-FFF2-40B4-BE49-F238E27FC236}">
                <a16:creationId xmlns:a16="http://schemas.microsoft.com/office/drawing/2014/main" id="{026FF2B2-4A83-6B26-6D32-BABFC7B9834F}"/>
              </a:ext>
            </a:extLst>
          </p:cNvPr>
          <p:cNvPicPr>
            <a:picLocks noChangeAspect="1"/>
          </p:cNvPicPr>
          <p:nvPr/>
        </p:nvPicPr>
        <p:blipFill>
          <a:blip r:embed="rId4"/>
          <a:stretch>
            <a:fillRect/>
          </a:stretch>
        </p:blipFill>
        <p:spPr>
          <a:xfrm>
            <a:off x="5159844" y="-15350"/>
            <a:ext cx="6590661" cy="3709526"/>
          </a:xfrm>
          <a:prstGeom prst="rect">
            <a:avLst/>
          </a:prstGeom>
        </p:spPr>
      </p:pic>
    </p:spTree>
    <p:extLst>
      <p:ext uri="{BB962C8B-B14F-4D97-AF65-F5344CB8AC3E}">
        <p14:creationId xmlns:p14="http://schemas.microsoft.com/office/powerpoint/2010/main" val="2614293229"/>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9">
            <a:extLst>
              <a:ext uri="{FF2B5EF4-FFF2-40B4-BE49-F238E27FC236}">
                <a16:creationId xmlns:a16="http://schemas.microsoft.com/office/drawing/2014/main" id="{BF630118-E9D6-5340-EDC9-2B961038572F}"/>
              </a:ext>
            </a:extLst>
          </p:cNvPr>
          <p:cNvSpPr>
            <a:spLocks noGrp="1"/>
          </p:cNvSpPr>
          <p:nvPr>
            <p:ph idx="1"/>
          </p:nvPr>
        </p:nvSpPr>
        <p:spPr/>
        <p:txBody>
          <a:bodyPr/>
          <a:lstStyle/>
          <a:p>
            <a:pPr marL="342900" indent="-342900">
              <a:buFont typeface="Arial" panose="020B0604020202020204" pitchFamily="34" charset="0"/>
              <a:buChar char="•"/>
            </a:pPr>
            <a:r>
              <a:rPr lang="en-US"/>
              <a:t>Provide Copilot context by @-mentioning files directly in your prompt</a:t>
            </a:r>
          </a:p>
          <a:p>
            <a:pPr marL="342900" indent="-342900">
              <a:buFont typeface="Arial" panose="020B0604020202020204" pitchFamily="34" charset="0"/>
              <a:buChar char="•"/>
            </a:pPr>
            <a:r>
              <a:rPr lang="en-US"/>
              <a:t>@-mention multiple files at once, including images</a:t>
            </a:r>
          </a:p>
          <a:p>
            <a:pPr marL="342900" indent="-342900">
              <a:buFont typeface="Arial" panose="020B0604020202020204" pitchFamily="34" charset="0"/>
              <a:buChar char="•"/>
            </a:pPr>
            <a:r>
              <a:rPr lang="en-US"/>
              <a:t>Alternatively drag and drop or paste the file or image to provide context</a:t>
            </a:r>
          </a:p>
        </p:txBody>
      </p:sp>
      <p:sp>
        <p:nvSpPr>
          <p:cNvPr id="31" name="Text Placeholder 30">
            <a:extLst>
              <a:ext uri="{FF2B5EF4-FFF2-40B4-BE49-F238E27FC236}">
                <a16:creationId xmlns:a16="http://schemas.microsoft.com/office/drawing/2014/main" id="{E32C66D3-0BF4-15FF-02EA-8F0FA62AEC97}"/>
              </a:ext>
            </a:extLst>
          </p:cNvPr>
          <p:cNvSpPr>
            <a:spLocks noGrp="1"/>
          </p:cNvSpPr>
          <p:nvPr>
            <p:ph type="body" sz="quarter" idx="32"/>
          </p:nvPr>
        </p:nvSpPr>
        <p:spPr/>
        <p:txBody>
          <a:bodyPr/>
          <a:lstStyle/>
          <a:p>
            <a:r>
              <a:rPr lang="en-US"/>
              <a:t>GitHub Copilot CLI</a:t>
            </a:r>
          </a:p>
        </p:txBody>
      </p:sp>
      <p:sp>
        <p:nvSpPr>
          <p:cNvPr id="29" name="Title 28">
            <a:extLst>
              <a:ext uri="{FF2B5EF4-FFF2-40B4-BE49-F238E27FC236}">
                <a16:creationId xmlns:a16="http://schemas.microsoft.com/office/drawing/2014/main" id="{27317C21-C3AF-FEB8-29A9-DD38E1AB07DD}"/>
              </a:ext>
            </a:extLst>
          </p:cNvPr>
          <p:cNvSpPr>
            <a:spLocks noGrp="1"/>
          </p:cNvSpPr>
          <p:nvPr>
            <p:ph type="ctrTitle"/>
          </p:nvPr>
        </p:nvSpPr>
        <p:spPr/>
        <p:txBody>
          <a:bodyPr/>
          <a:lstStyle/>
          <a:p>
            <a:r>
              <a:rPr lang="en-US"/>
              <a:t>@ to mention files</a:t>
            </a:r>
          </a:p>
        </p:txBody>
      </p:sp>
      <p:sp>
        <p:nvSpPr>
          <p:cNvPr id="3" name="TextBox 2">
            <a:extLst>
              <a:ext uri="{FF2B5EF4-FFF2-40B4-BE49-F238E27FC236}">
                <a16:creationId xmlns:a16="http://schemas.microsoft.com/office/drawing/2014/main" id="{A4B7193F-55AB-5E3C-2379-49524B0247E7}"/>
              </a:ext>
            </a:extLst>
          </p:cNvPr>
          <p:cNvSpPr txBox="1"/>
          <p:nvPr/>
        </p:nvSpPr>
        <p:spPr>
          <a:xfrm>
            <a:off x="838084" y="5353809"/>
            <a:ext cx="6093994" cy="461665"/>
          </a:xfrm>
          <a:prstGeom prst="rect">
            <a:avLst/>
          </a:prstGeom>
          <a:noFill/>
        </p:spPr>
        <p:txBody>
          <a:bodyPr wrap="square">
            <a:spAutoFit/>
          </a:bodyPr>
          <a:lstStyle/>
          <a:p>
            <a:pPr algn="r"/>
            <a:r>
              <a:rPr lang="en-US" sz="2400"/>
              <a:t>ALT+V / CMD+V to paste images into CLI</a:t>
            </a:r>
          </a:p>
        </p:txBody>
      </p:sp>
      <p:pic>
        <p:nvPicPr>
          <p:cNvPr id="4" name="Picture 3">
            <a:extLst>
              <a:ext uri="{FF2B5EF4-FFF2-40B4-BE49-F238E27FC236}">
                <a16:creationId xmlns:a16="http://schemas.microsoft.com/office/drawing/2014/main" id="{BCD43D79-2123-E963-90CB-BAA94B4B80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49726" y="4949689"/>
            <a:ext cx="4619659" cy="1200159"/>
          </a:xfrm>
          <a:prstGeom prst="rect">
            <a:avLst/>
          </a:prstGeom>
        </p:spPr>
      </p:pic>
    </p:spTree>
    <p:extLst>
      <p:ext uri="{BB962C8B-B14F-4D97-AF65-F5344CB8AC3E}">
        <p14:creationId xmlns:p14="http://schemas.microsoft.com/office/powerpoint/2010/main" val="321330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5EA2-6770-63FB-423B-FE206BDF8F8E}"/>
              </a:ext>
            </a:extLst>
          </p:cNvPr>
          <p:cNvSpPr>
            <a:spLocks noGrp="1"/>
          </p:cNvSpPr>
          <p:nvPr>
            <p:ph type="title"/>
          </p:nvPr>
        </p:nvSpPr>
        <p:spPr/>
        <p:txBody>
          <a:bodyPr/>
          <a:lstStyle/>
          <a:p>
            <a:r>
              <a:rPr lang="en-US"/>
              <a:t>Parallel Copilot</a:t>
            </a:r>
          </a:p>
        </p:txBody>
      </p:sp>
      <p:pic>
        <p:nvPicPr>
          <p:cNvPr id="5" name="Picture 4" descr="The image displays a text-based interface with a GitHub Copilot integration, showing various file and directory listings, and a user navigating through a codebase to explore architectural decisions related to a file explorer with Git integration.&#10;&#10;AI-generated content may be incorrect.">
            <a:extLst>
              <a:ext uri="{FF2B5EF4-FFF2-40B4-BE49-F238E27FC236}">
                <a16:creationId xmlns:a16="http://schemas.microsoft.com/office/drawing/2014/main" id="{62C161AC-78A6-14E6-F647-DB0AF33527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0113" y="1405024"/>
            <a:ext cx="8262257" cy="4047951"/>
          </a:xfrm>
          <a:prstGeom prst="rect">
            <a:avLst/>
          </a:prstGeom>
        </p:spPr>
      </p:pic>
      <p:pic>
        <p:nvPicPr>
          <p:cNvPr id="7" name="Picture 6" descr="The image displays a terminal session with a user requesting the installation of project dependencies, followed by the initiation of a development server and web UI. The terminal outputs indicate that the project is running and accessible via web and API endpoints.&#10;&#10;AI-generated content may be incorrect.">
            <a:extLst>
              <a:ext uri="{FF2B5EF4-FFF2-40B4-BE49-F238E27FC236}">
                <a16:creationId xmlns:a16="http://schemas.microsoft.com/office/drawing/2014/main" id="{0606E90B-3E4D-F698-D3FE-F9573CA459BB}"/>
              </a:ext>
            </a:extLst>
          </p:cNvPr>
          <p:cNvPicPr>
            <a:picLocks noChangeAspect="1"/>
          </p:cNvPicPr>
          <p:nvPr/>
        </p:nvPicPr>
        <p:blipFill>
          <a:blip r:embed="rId4"/>
          <a:stretch>
            <a:fillRect/>
          </a:stretch>
        </p:blipFill>
        <p:spPr>
          <a:xfrm>
            <a:off x="9389824" y="19534"/>
            <a:ext cx="2346905" cy="5433441"/>
          </a:xfrm>
          <a:prstGeom prst="rect">
            <a:avLst/>
          </a:prstGeom>
        </p:spPr>
      </p:pic>
      <p:sp>
        <p:nvSpPr>
          <p:cNvPr id="8" name="TextBox 7">
            <a:extLst>
              <a:ext uri="{FF2B5EF4-FFF2-40B4-BE49-F238E27FC236}">
                <a16:creationId xmlns:a16="http://schemas.microsoft.com/office/drawing/2014/main" id="{09776AA6-C850-1F46-B11A-182DB344DD44}"/>
              </a:ext>
            </a:extLst>
          </p:cNvPr>
          <p:cNvSpPr txBox="1"/>
          <p:nvPr/>
        </p:nvSpPr>
        <p:spPr>
          <a:xfrm>
            <a:off x="2587096" y="5578998"/>
            <a:ext cx="3828292" cy="369332"/>
          </a:xfrm>
          <a:prstGeom prst="rect">
            <a:avLst/>
          </a:prstGeom>
          <a:noFill/>
        </p:spPr>
        <p:txBody>
          <a:bodyPr wrap="none" rtlCol="0">
            <a:spAutoFit/>
          </a:bodyPr>
          <a:lstStyle/>
          <a:p>
            <a:pPr algn="ctr"/>
            <a:r>
              <a:rPr lang="en-US">
                <a:latin typeface="Aptos" pitchFamily="2" charset="0"/>
                <a:cs typeface="Aptos" pitchFamily="2" charset="0"/>
              </a:rPr>
              <a:t>Two projects in terminal split panes</a:t>
            </a:r>
          </a:p>
        </p:txBody>
      </p:sp>
      <p:sp>
        <p:nvSpPr>
          <p:cNvPr id="9" name="TextBox 8">
            <a:extLst>
              <a:ext uri="{FF2B5EF4-FFF2-40B4-BE49-F238E27FC236}">
                <a16:creationId xmlns:a16="http://schemas.microsoft.com/office/drawing/2014/main" id="{86E58C94-4AE2-733B-4BFF-F5976F878998}"/>
              </a:ext>
            </a:extLst>
          </p:cNvPr>
          <p:cNvSpPr txBox="1"/>
          <p:nvPr/>
        </p:nvSpPr>
        <p:spPr>
          <a:xfrm>
            <a:off x="9421781" y="5578998"/>
            <a:ext cx="2282997" cy="369332"/>
          </a:xfrm>
          <a:prstGeom prst="rect">
            <a:avLst/>
          </a:prstGeom>
          <a:noFill/>
        </p:spPr>
        <p:txBody>
          <a:bodyPr wrap="none" rtlCol="0">
            <a:spAutoFit/>
          </a:bodyPr>
          <a:lstStyle/>
          <a:p>
            <a:pPr algn="ctr"/>
            <a:r>
              <a:rPr lang="en-US">
                <a:latin typeface="Aptos" pitchFamily="2" charset="0"/>
                <a:cs typeface="Aptos" pitchFamily="2" charset="0"/>
              </a:rPr>
              <a:t>VS Code agent chat</a:t>
            </a:r>
          </a:p>
        </p:txBody>
      </p:sp>
    </p:spTree>
    <p:extLst>
      <p:ext uri="{BB962C8B-B14F-4D97-AF65-F5344CB8AC3E}">
        <p14:creationId xmlns:p14="http://schemas.microsoft.com/office/powerpoint/2010/main" val="3174138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BA3E61-E184-A5E9-EFB4-0D649694F96E}"/>
              </a:ext>
            </a:extLst>
          </p:cNvPr>
          <p:cNvSpPr>
            <a:spLocks noGrp="1"/>
          </p:cNvSpPr>
          <p:nvPr>
            <p:ph type="body" sz="quarter" idx="22"/>
          </p:nvPr>
        </p:nvSpPr>
        <p:spPr>
          <a:xfrm>
            <a:off x="674508" y="2303973"/>
            <a:ext cx="3239551" cy="457200"/>
          </a:xfrm>
        </p:spPr>
        <p:txBody>
          <a:bodyPr/>
          <a:lstStyle/>
          <a:p>
            <a:r>
              <a:rPr lang="en-US"/>
              <a:t>Windows (</a:t>
            </a:r>
            <a:r>
              <a:rPr lang="en-US" err="1"/>
              <a:t>WinGet</a:t>
            </a:r>
            <a:r>
              <a:rPr lang="en-US"/>
              <a:t>)</a:t>
            </a:r>
          </a:p>
        </p:txBody>
      </p:sp>
      <p:sp>
        <p:nvSpPr>
          <p:cNvPr id="3" name="Text Placeholder 2">
            <a:extLst>
              <a:ext uri="{FF2B5EF4-FFF2-40B4-BE49-F238E27FC236}">
                <a16:creationId xmlns:a16="http://schemas.microsoft.com/office/drawing/2014/main" id="{784285D1-117E-E712-592A-6A640C5D124B}"/>
              </a:ext>
            </a:extLst>
          </p:cNvPr>
          <p:cNvSpPr>
            <a:spLocks noGrp="1"/>
          </p:cNvSpPr>
          <p:nvPr>
            <p:ph type="body" sz="quarter" idx="23"/>
          </p:nvPr>
        </p:nvSpPr>
        <p:spPr>
          <a:xfrm>
            <a:off x="674508" y="2778922"/>
            <a:ext cx="3488614" cy="914400"/>
          </a:xfrm>
        </p:spPr>
        <p:txBody>
          <a:bodyPr/>
          <a:lstStyle/>
          <a:p>
            <a:r>
              <a:rPr lang="en-US" err="1">
                <a:latin typeface="Consolas" panose="02000009000000000000" pitchFamily="49" charset="0"/>
                <a:ea typeface="Consolas" panose="02000009000000000000" pitchFamily="49" charset="0"/>
                <a:cs typeface="Consolas" panose="02000009000000000000" pitchFamily="49" charset="0"/>
              </a:rPr>
              <a:t>winget</a:t>
            </a:r>
            <a:r>
              <a:rPr lang="en-US">
                <a:latin typeface="Consolas" panose="02000009000000000000" pitchFamily="49" charset="0"/>
                <a:ea typeface="Consolas" panose="02000009000000000000" pitchFamily="49" charset="0"/>
                <a:cs typeface="Consolas" panose="02000009000000000000" pitchFamily="49" charset="0"/>
              </a:rPr>
              <a:t> install </a:t>
            </a:r>
            <a:r>
              <a:rPr lang="en-US" err="1">
                <a:latin typeface="Consolas" panose="02000009000000000000" pitchFamily="49" charset="0"/>
                <a:ea typeface="Consolas" panose="02000009000000000000" pitchFamily="49" charset="0"/>
                <a:cs typeface="Consolas" panose="02000009000000000000" pitchFamily="49" charset="0"/>
              </a:rPr>
              <a:t>GitHub.Copilot</a:t>
            </a:r>
            <a:endParaRPr lang="en-US">
              <a:latin typeface="Consolas" panose="02000009000000000000" pitchFamily="49" charset="0"/>
              <a:ea typeface="Consolas" panose="02000009000000000000" pitchFamily="49" charset="0"/>
              <a:cs typeface="Consolas" panose="02000009000000000000" pitchFamily="49" charset="0"/>
            </a:endParaRPr>
          </a:p>
        </p:txBody>
      </p:sp>
      <p:sp>
        <p:nvSpPr>
          <p:cNvPr id="5" name="Text Placeholder 4">
            <a:extLst>
              <a:ext uri="{FF2B5EF4-FFF2-40B4-BE49-F238E27FC236}">
                <a16:creationId xmlns:a16="http://schemas.microsoft.com/office/drawing/2014/main" id="{32B1D7C9-5293-5897-11AC-F8A6CF595B4D}"/>
              </a:ext>
            </a:extLst>
          </p:cNvPr>
          <p:cNvSpPr>
            <a:spLocks noGrp="1"/>
          </p:cNvSpPr>
          <p:nvPr>
            <p:ph type="body" sz="quarter" idx="26"/>
          </p:nvPr>
        </p:nvSpPr>
        <p:spPr>
          <a:xfrm>
            <a:off x="4478194" y="2302591"/>
            <a:ext cx="3239551" cy="457200"/>
          </a:xfrm>
        </p:spPr>
        <p:txBody>
          <a:bodyPr/>
          <a:lstStyle/>
          <a:p>
            <a:r>
              <a:rPr lang="en-US"/>
              <a:t>macOS / Linux (Homebrew)</a:t>
            </a:r>
          </a:p>
        </p:txBody>
      </p:sp>
      <p:sp>
        <p:nvSpPr>
          <p:cNvPr id="6" name="Text Placeholder 5">
            <a:extLst>
              <a:ext uri="{FF2B5EF4-FFF2-40B4-BE49-F238E27FC236}">
                <a16:creationId xmlns:a16="http://schemas.microsoft.com/office/drawing/2014/main" id="{58A00313-153D-7FD7-2718-3010D5260824}"/>
              </a:ext>
            </a:extLst>
          </p:cNvPr>
          <p:cNvSpPr>
            <a:spLocks noGrp="1"/>
          </p:cNvSpPr>
          <p:nvPr>
            <p:ph type="body" sz="quarter" idx="27"/>
          </p:nvPr>
        </p:nvSpPr>
        <p:spPr>
          <a:xfrm>
            <a:off x="4478195" y="2777540"/>
            <a:ext cx="3239550" cy="9144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brew install copilot-cli</a:t>
            </a:r>
          </a:p>
        </p:txBody>
      </p:sp>
      <p:sp>
        <p:nvSpPr>
          <p:cNvPr id="8" name="Text Placeholder 7">
            <a:extLst>
              <a:ext uri="{FF2B5EF4-FFF2-40B4-BE49-F238E27FC236}">
                <a16:creationId xmlns:a16="http://schemas.microsoft.com/office/drawing/2014/main" id="{51E4E921-DA6F-C643-9A18-956BD3F2A392}"/>
              </a:ext>
            </a:extLst>
          </p:cNvPr>
          <p:cNvSpPr>
            <a:spLocks noGrp="1"/>
          </p:cNvSpPr>
          <p:nvPr>
            <p:ph type="body" sz="quarter" idx="29"/>
          </p:nvPr>
        </p:nvSpPr>
        <p:spPr>
          <a:xfrm>
            <a:off x="8277943" y="2302591"/>
            <a:ext cx="3239551" cy="457200"/>
          </a:xfrm>
        </p:spPr>
        <p:txBody>
          <a:bodyPr/>
          <a:lstStyle/>
          <a:p>
            <a:r>
              <a:rPr lang="en-US"/>
              <a:t>Any OS (</a:t>
            </a:r>
            <a:r>
              <a:rPr lang="en-US" err="1"/>
              <a:t>npm</a:t>
            </a:r>
            <a:r>
              <a:rPr lang="en-US"/>
              <a:t>, Node.js ≥ 22)</a:t>
            </a:r>
          </a:p>
        </p:txBody>
      </p:sp>
      <p:sp>
        <p:nvSpPr>
          <p:cNvPr id="9" name="Text Placeholder 8">
            <a:extLst>
              <a:ext uri="{FF2B5EF4-FFF2-40B4-BE49-F238E27FC236}">
                <a16:creationId xmlns:a16="http://schemas.microsoft.com/office/drawing/2014/main" id="{9DA302A3-7F61-68F6-B0EE-EA76EFDEDA62}"/>
              </a:ext>
            </a:extLst>
          </p:cNvPr>
          <p:cNvSpPr>
            <a:spLocks noGrp="1"/>
          </p:cNvSpPr>
          <p:nvPr>
            <p:ph type="body" sz="quarter" idx="30"/>
          </p:nvPr>
        </p:nvSpPr>
        <p:spPr>
          <a:xfrm>
            <a:off x="8277944" y="2777540"/>
            <a:ext cx="3787676" cy="914400"/>
          </a:xfrm>
        </p:spPr>
        <p:txBody>
          <a:bodyPr/>
          <a:lstStyle/>
          <a:p>
            <a:r>
              <a:rPr lang="en-US" err="1">
                <a:latin typeface="Consolas" panose="02000009000000000000" pitchFamily="49" charset="0"/>
                <a:ea typeface="Consolas" panose="02000009000000000000" pitchFamily="49" charset="0"/>
                <a:cs typeface="Consolas" panose="02000009000000000000" pitchFamily="49" charset="0"/>
              </a:rPr>
              <a:t>npm</a:t>
            </a:r>
            <a:r>
              <a:rPr lang="en-US">
                <a:latin typeface="Consolas" panose="02000009000000000000" pitchFamily="49" charset="0"/>
                <a:ea typeface="Consolas" panose="02000009000000000000" pitchFamily="49" charset="0"/>
                <a:cs typeface="Consolas" panose="02000009000000000000" pitchFamily="49" charset="0"/>
              </a:rPr>
              <a:t> install –g @github/copilot</a:t>
            </a:r>
          </a:p>
        </p:txBody>
      </p:sp>
      <p:sp>
        <p:nvSpPr>
          <p:cNvPr id="11" name="Title 10">
            <a:extLst>
              <a:ext uri="{FF2B5EF4-FFF2-40B4-BE49-F238E27FC236}">
                <a16:creationId xmlns:a16="http://schemas.microsoft.com/office/drawing/2014/main" id="{E3E52814-4D98-4863-AE46-1DC351F89F80}"/>
              </a:ext>
            </a:extLst>
          </p:cNvPr>
          <p:cNvSpPr>
            <a:spLocks noGrp="1"/>
          </p:cNvSpPr>
          <p:nvPr>
            <p:ph type="ctrTitle"/>
          </p:nvPr>
        </p:nvSpPr>
        <p:spPr/>
        <p:txBody>
          <a:bodyPr/>
          <a:lstStyle/>
          <a:p>
            <a:r>
              <a:rPr lang="en-US"/>
              <a:t>Installation</a:t>
            </a:r>
          </a:p>
        </p:txBody>
      </p:sp>
      <p:sp>
        <p:nvSpPr>
          <p:cNvPr id="12" name="Text Placeholder 11">
            <a:extLst>
              <a:ext uri="{FF2B5EF4-FFF2-40B4-BE49-F238E27FC236}">
                <a16:creationId xmlns:a16="http://schemas.microsoft.com/office/drawing/2014/main" id="{30EE887A-0BB6-4761-0F85-DA21E7B19184}"/>
              </a:ext>
            </a:extLst>
          </p:cNvPr>
          <p:cNvSpPr>
            <a:spLocks noGrp="1"/>
          </p:cNvSpPr>
          <p:nvPr>
            <p:ph type="body" sz="quarter" idx="32"/>
          </p:nvPr>
        </p:nvSpPr>
        <p:spPr/>
        <p:txBody>
          <a:bodyPr/>
          <a:lstStyle/>
          <a:p>
            <a:r>
              <a:rPr lang="en-US"/>
              <a:t>GitHub Copilot CLI</a:t>
            </a:r>
          </a:p>
        </p:txBody>
      </p:sp>
    </p:spTree>
    <p:extLst>
      <p:ext uri="{BB962C8B-B14F-4D97-AF65-F5344CB8AC3E}">
        <p14:creationId xmlns:p14="http://schemas.microsoft.com/office/powerpoint/2010/main" val="399154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5A1D-5BFC-654B-2127-C089F89EF6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A52AC0-D152-9F8E-8AC5-CD7F48E3E846}"/>
              </a:ext>
            </a:extLst>
          </p:cNvPr>
          <p:cNvSpPr>
            <a:spLocks noGrp="1"/>
          </p:cNvSpPr>
          <p:nvPr>
            <p:ph type="body" sz="quarter" idx="22"/>
          </p:nvPr>
        </p:nvSpPr>
        <p:spPr/>
        <p:txBody>
          <a:bodyPr/>
          <a:lstStyle/>
          <a:p>
            <a:r>
              <a:rPr lang="en-US"/>
              <a:t>GitHub Copilot CLI</a:t>
            </a:r>
          </a:p>
        </p:txBody>
      </p:sp>
      <p:sp>
        <p:nvSpPr>
          <p:cNvPr id="3" name="Text Placeholder 2">
            <a:extLst>
              <a:ext uri="{FF2B5EF4-FFF2-40B4-BE49-F238E27FC236}">
                <a16:creationId xmlns:a16="http://schemas.microsoft.com/office/drawing/2014/main" id="{C9B4FAE6-0A66-C998-5222-4EEBFF6ACA97}"/>
              </a:ext>
            </a:extLst>
          </p:cNvPr>
          <p:cNvSpPr>
            <a:spLocks noGrp="1"/>
          </p:cNvSpPr>
          <p:nvPr>
            <p:ph type="body" sz="quarter" idx="32"/>
          </p:nvPr>
        </p:nvSpPr>
        <p:spPr/>
        <p:txBody>
          <a:bodyPr/>
          <a:lstStyle/>
          <a:p>
            <a:r>
              <a:rPr lang="en-US"/>
              <a:t>GitHub Copilot Dev Days</a:t>
            </a:r>
          </a:p>
        </p:txBody>
      </p:sp>
      <p:sp>
        <p:nvSpPr>
          <p:cNvPr id="4" name="Title 3">
            <a:extLst>
              <a:ext uri="{FF2B5EF4-FFF2-40B4-BE49-F238E27FC236}">
                <a16:creationId xmlns:a16="http://schemas.microsoft.com/office/drawing/2014/main" id="{3DAEC0E7-2FD3-7EED-3FFC-130345B2A55A}"/>
              </a:ext>
            </a:extLst>
          </p:cNvPr>
          <p:cNvSpPr>
            <a:spLocks noGrp="1"/>
          </p:cNvSpPr>
          <p:nvPr>
            <p:ph type="ctrTitle"/>
          </p:nvPr>
        </p:nvSpPr>
        <p:spPr/>
        <p:txBody>
          <a:bodyPr/>
          <a:lstStyle/>
          <a:p>
            <a:r>
              <a:rPr lang="en-US"/>
              <a:t>Demo</a:t>
            </a:r>
          </a:p>
        </p:txBody>
      </p:sp>
    </p:spTree>
    <p:extLst>
      <p:ext uri="{BB962C8B-B14F-4D97-AF65-F5344CB8AC3E}">
        <p14:creationId xmlns:p14="http://schemas.microsoft.com/office/powerpoint/2010/main" val="4146158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10017-7923-DB1A-00C5-300C35B27C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F2A6AD-F7F7-DF0F-2FF8-0B229481DC0B}"/>
              </a:ext>
            </a:extLst>
          </p:cNvPr>
          <p:cNvSpPr>
            <a:spLocks noGrp="1"/>
          </p:cNvSpPr>
          <p:nvPr>
            <p:ph type="ctrTitle"/>
          </p:nvPr>
        </p:nvSpPr>
        <p:spPr>
          <a:xfrm>
            <a:off x="2295236" y="721815"/>
            <a:ext cx="7603918" cy="989058"/>
          </a:xfrm>
        </p:spPr>
        <p:txBody>
          <a:bodyPr/>
          <a:lstStyle/>
          <a:p>
            <a:pPr algn="ctr"/>
            <a:r>
              <a:rPr lang="en-US" b="0">
                <a:latin typeface="Aptos"/>
              </a:rPr>
              <a:t>gh.io/dev-days/feedback</a:t>
            </a:r>
            <a:endParaRPr lang="en-US"/>
          </a:p>
        </p:txBody>
      </p:sp>
      <p:pic>
        <p:nvPicPr>
          <p:cNvPr id="9" name="Picture 8">
            <a:extLst>
              <a:ext uri="{FF2B5EF4-FFF2-40B4-BE49-F238E27FC236}">
                <a16:creationId xmlns:a16="http://schemas.microsoft.com/office/drawing/2014/main" id="{F6645FCF-2CFC-16D8-A6B1-F1099E5CDE26}"/>
              </a:ext>
            </a:extLst>
          </p:cNvPr>
          <p:cNvPicPr>
            <a:picLocks noChangeAspect="1"/>
          </p:cNvPicPr>
          <p:nvPr/>
        </p:nvPicPr>
        <p:blipFill>
          <a:blip r:embed="rId3"/>
          <a:stretch>
            <a:fillRect/>
          </a:stretch>
        </p:blipFill>
        <p:spPr>
          <a:xfrm>
            <a:off x="3583215" y="1533072"/>
            <a:ext cx="5032828" cy="5047342"/>
          </a:xfrm>
          <a:prstGeom prst="roundRect">
            <a:avLst>
              <a:gd name="adj" fmla="val 6285"/>
            </a:avLst>
          </a:prstGeom>
          <a:ln>
            <a:solidFill>
              <a:srgbClr val="8A11AF"/>
            </a:solidFill>
          </a:ln>
        </p:spPr>
      </p:pic>
    </p:spTree>
    <p:extLst>
      <p:ext uri="{BB962C8B-B14F-4D97-AF65-F5344CB8AC3E}">
        <p14:creationId xmlns:p14="http://schemas.microsoft.com/office/powerpoint/2010/main" val="434140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4B1B7E5-017A-5285-A6D4-B0FD2386484B}"/>
              </a:ext>
            </a:extLst>
          </p:cNvPr>
          <p:cNvSpPr>
            <a:spLocks noGrp="1"/>
          </p:cNvSpPr>
          <p:nvPr>
            <p:ph type="body" sz="quarter" idx="10"/>
          </p:nvPr>
        </p:nvSpPr>
        <p:spPr/>
        <p:txBody>
          <a:bodyPr/>
          <a:lstStyle/>
          <a:p>
            <a:endParaRPr lang="en-US"/>
          </a:p>
        </p:txBody>
      </p:sp>
      <p:sp>
        <p:nvSpPr>
          <p:cNvPr id="9" name="Text Placeholder 8">
            <a:extLst>
              <a:ext uri="{FF2B5EF4-FFF2-40B4-BE49-F238E27FC236}">
                <a16:creationId xmlns:a16="http://schemas.microsoft.com/office/drawing/2014/main" id="{959236C9-CDCF-F492-7CD8-D5A1828CD00F}"/>
              </a:ext>
            </a:extLst>
          </p:cNvPr>
          <p:cNvSpPr>
            <a:spLocks noGrp="1"/>
          </p:cNvSpPr>
          <p:nvPr>
            <p:ph type="body" sz="quarter" idx="11"/>
          </p:nvPr>
        </p:nvSpPr>
        <p:spPr/>
        <p:txBody>
          <a:bodyPr/>
          <a:lstStyle/>
          <a:p>
            <a:r>
              <a:rPr lang="en-US" sz="3600" dirty="0"/>
              <a:t>As a Dev Days attendee, you're eligible for </a:t>
            </a:r>
            <a:r>
              <a:rPr lang="en-US" sz="3600" b="1" dirty="0"/>
              <a:t>10% off</a:t>
            </a:r>
            <a:r>
              <a:rPr lang="en-US" sz="3600" dirty="0"/>
              <a:t> an in-person pass to </a:t>
            </a:r>
            <a:r>
              <a:rPr lang="en-US" sz="3600" b="1" dirty="0"/>
              <a:t>GitHub Universe 2026</a:t>
            </a:r>
            <a:r>
              <a:rPr lang="en-US" sz="3600" dirty="0"/>
              <a:t> in San Francisco on October 28-29. </a:t>
            </a:r>
          </a:p>
          <a:p>
            <a:endParaRPr lang="en-US" sz="3600" dirty="0"/>
          </a:p>
          <a:p>
            <a:r>
              <a:rPr lang="en-US" sz="3600" dirty="0"/>
              <a:t>Use discount code </a:t>
            </a:r>
            <a:r>
              <a:rPr lang="en-US" sz="3600" b="1" dirty="0"/>
              <a:t>UNIV26DVDY</a:t>
            </a:r>
            <a:r>
              <a:rPr lang="en-US" sz="3600" dirty="0"/>
              <a:t> at registration.</a:t>
            </a:r>
          </a:p>
          <a:p>
            <a:endParaRPr lang="en-US" sz="3600" dirty="0"/>
          </a:p>
        </p:txBody>
      </p:sp>
    </p:spTree>
    <p:extLst>
      <p:ext uri="{BB962C8B-B14F-4D97-AF65-F5344CB8AC3E}">
        <p14:creationId xmlns:p14="http://schemas.microsoft.com/office/powerpoint/2010/main" val="248083359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C8FB-EDBE-47A3-2DA8-EE2795092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5564B-54D5-0E60-25D4-3FED841A6F96}"/>
              </a:ext>
            </a:extLst>
          </p:cNvPr>
          <p:cNvSpPr>
            <a:spLocks noGrp="1"/>
          </p:cNvSpPr>
          <p:nvPr>
            <p:ph type="title" idx="4294967295"/>
          </p:nvPr>
        </p:nvSpPr>
        <p:spPr>
          <a:xfrm>
            <a:off x="0" y="-1325563"/>
            <a:ext cx="10515600" cy="1325563"/>
          </a:xfrm>
          <a:prstGeom prst="rect">
            <a:avLst/>
          </a:prstGeom>
        </p:spPr>
        <p:txBody>
          <a:bodyPr anchor="b"/>
          <a:lstStyle/>
          <a:p>
            <a:r>
              <a:rPr lang="en-US"/>
              <a:t>Thank you</a:t>
            </a:r>
          </a:p>
        </p:txBody>
      </p:sp>
    </p:spTree>
    <p:extLst>
      <p:ext uri="{BB962C8B-B14F-4D97-AF65-F5344CB8AC3E}">
        <p14:creationId xmlns:p14="http://schemas.microsoft.com/office/powerpoint/2010/main" val="322331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e 25">
  <a:themeElements>
    <a:clrScheme name="Universe 2025">
      <a:dk1>
        <a:srgbClr val="000000"/>
      </a:dk1>
      <a:lt1>
        <a:srgbClr val="FFFFFF"/>
      </a:lt1>
      <a:dk2>
        <a:srgbClr val="E4EBE5"/>
      </a:dk2>
      <a:lt2>
        <a:srgbClr val="232824"/>
      </a:lt2>
      <a:accent1>
        <a:srgbClr val="BEFFD0"/>
      </a:accent1>
      <a:accent2>
        <a:srgbClr val="8BF1A6"/>
      </a:accent2>
      <a:accent3>
        <a:srgbClr val="5EEC83"/>
      </a:accent3>
      <a:accent4>
        <a:srgbClr val="087827"/>
      </a:accent4>
      <a:accent5>
        <a:srgbClr val="DBFF95"/>
      </a:accent5>
      <a:accent6>
        <a:srgbClr val="D3FA36"/>
      </a:accent6>
      <a:hlink>
        <a:srgbClr val="EEF6FC"/>
      </a:hlink>
      <a:folHlink>
        <a:srgbClr val="56CC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e 25" id="{EBCFF90B-FE23-4DF3-892D-7952A198CC3A}" vid="{44FF69D1-5BFF-4CF0-AEC7-1C55AA229D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2630</Words>
  <Application>Microsoft Office PowerPoint</Application>
  <PresentationFormat>Widescreen</PresentationFormat>
  <Paragraphs>217</Paragraphs>
  <Slides>22</Slides>
  <Notes>21</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Aptos</vt:lpstr>
      <vt:lpstr>Arial</vt:lpstr>
      <vt:lpstr>Arial,Sans-Serif</vt:lpstr>
      <vt:lpstr>Calibri</vt:lpstr>
      <vt:lpstr>Consolas</vt:lpstr>
      <vt:lpstr>Mona Sans</vt:lpstr>
      <vt:lpstr>Mona Sans Display</vt:lpstr>
      <vt:lpstr>Mona Sans Mono</vt:lpstr>
      <vt:lpstr>Segoe UI Semibold</vt:lpstr>
      <vt:lpstr>Segoe UI Variable Display Semibold</vt:lpstr>
      <vt:lpstr>Universe 25</vt:lpstr>
      <vt:lpstr>PowerPoint Presentation</vt:lpstr>
      <vt:lpstr>PowerPoint Presentation</vt:lpstr>
      <vt:lpstr>PowerPoint Presentation</vt:lpstr>
      <vt:lpstr>One GitHub Copilot,  everywhere you code</vt:lpstr>
      <vt:lpstr>PowerPoint Presentation</vt:lpstr>
      <vt:lpstr>PowerPoint Presentation</vt:lpstr>
      <vt:lpstr>Core Features</vt:lpstr>
      <vt:lpstr>Slash commands</vt:lpstr>
      <vt:lpstr>PowerPoint Presentation</vt:lpstr>
      <vt:lpstr>PowerPoint Presentation</vt:lpstr>
      <vt:lpstr>PowerPoint Presentation</vt:lpstr>
      <vt:lpstr>PowerPoint Presentation</vt:lpstr>
      <vt:lpstr>PowerPoint Presentation</vt:lpstr>
      <vt:lpstr>Context  </vt:lpstr>
      <vt:lpstr>Models!  </vt:lpstr>
      <vt:lpstr>@ to mention files</vt:lpstr>
      <vt:lpstr>Parallel Copilot</vt:lpstr>
      <vt:lpstr>Installation</vt:lpstr>
      <vt:lpstr>Demo</vt:lpstr>
      <vt:lpstr>gh.io/dev-days/feedback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Katie Savage</cp:lastModifiedBy>
  <cp:revision>3</cp:revision>
  <dcterms:created xsi:type="dcterms:W3CDTF">2026-03-03T18:56:24Z</dcterms:created>
  <dcterms:modified xsi:type="dcterms:W3CDTF">2026-09-17T23:40:53Z</dcterms:modified>
</cp:coreProperties>
</file>